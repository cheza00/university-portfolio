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ink/ink1.xml" ContentType="application/inkml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59.xml" ContentType="application/vnd.openxmlformats-officedocument.presentationml.notesSlide+xml"/>
  <Override PartName="/ppt/notesSlides/notesSlide60.xml" ContentType="application/vnd.openxmlformats-officedocument.presentationml.notesSlide+xml"/>
  <Override PartName="/ppt/notesSlides/notesSlide61.xml" ContentType="application/vnd.openxmlformats-officedocument.presentationml.notesSlide+xml"/>
  <Override PartName="/ppt/notesSlides/notesSlide62.xml" ContentType="application/vnd.openxmlformats-officedocument.presentationml.notesSlide+xml"/>
  <Override PartName="/ppt/notesSlides/notesSlide6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notesMasterIdLst>
    <p:notesMasterId r:id="rId68"/>
  </p:notesMasterIdLst>
  <p:sldIdLst>
    <p:sldId id="268" r:id="rId5"/>
    <p:sldId id="269" r:id="rId6"/>
    <p:sldId id="621" r:id="rId7"/>
    <p:sldId id="622" r:id="rId8"/>
    <p:sldId id="623" r:id="rId9"/>
    <p:sldId id="625" r:id="rId10"/>
    <p:sldId id="626" r:id="rId11"/>
    <p:sldId id="627" r:id="rId12"/>
    <p:sldId id="628" r:id="rId13"/>
    <p:sldId id="629" r:id="rId14"/>
    <p:sldId id="630" r:id="rId15"/>
    <p:sldId id="631" r:id="rId16"/>
    <p:sldId id="632" r:id="rId17"/>
    <p:sldId id="633" r:id="rId18"/>
    <p:sldId id="634" r:id="rId19"/>
    <p:sldId id="635" r:id="rId20"/>
    <p:sldId id="636" r:id="rId21"/>
    <p:sldId id="637" r:id="rId22"/>
    <p:sldId id="638" r:id="rId23"/>
    <p:sldId id="640" r:id="rId24"/>
    <p:sldId id="642" r:id="rId25"/>
    <p:sldId id="644" r:id="rId26"/>
    <p:sldId id="643" r:id="rId27"/>
    <p:sldId id="645" r:id="rId28"/>
    <p:sldId id="654" r:id="rId29"/>
    <p:sldId id="665" r:id="rId30"/>
    <p:sldId id="666" r:id="rId31"/>
    <p:sldId id="667" r:id="rId32"/>
    <p:sldId id="668" r:id="rId33"/>
    <p:sldId id="670" r:id="rId34"/>
    <p:sldId id="669" r:id="rId35"/>
    <p:sldId id="655" r:id="rId36"/>
    <p:sldId id="657" r:id="rId37"/>
    <p:sldId id="671" r:id="rId38"/>
    <p:sldId id="672" r:id="rId39"/>
    <p:sldId id="673" r:id="rId40"/>
    <p:sldId id="658" r:id="rId41"/>
    <p:sldId id="659" r:id="rId42"/>
    <p:sldId id="674" r:id="rId43"/>
    <p:sldId id="675" r:id="rId44"/>
    <p:sldId id="676" r:id="rId45"/>
    <p:sldId id="694" r:id="rId46"/>
    <p:sldId id="660" r:id="rId47"/>
    <p:sldId id="678" r:id="rId48"/>
    <p:sldId id="679" r:id="rId49"/>
    <p:sldId id="680" r:id="rId50"/>
    <p:sldId id="681" r:id="rId51"/>
    <p:sldId id="661" r:id="rId52"/>
    <p:sldId id="687" r:id="rId53"/>
    <p:sldId id="688" r:id="rId54"/>
    <p:sldId id="662" r:id="rId55"/>
    <p:sldId id="683" r:id="rId56"/>
    <p:sldId id="684" r:id="rId57"/>
    <p:sldId id="685" r:id="rId58"/>
    <p:sldId id="663" r:id="rId59"/>
    <p:sldId id="690" r:id="rId60"/>
    <p:sldId id="695" r:id="rId61"/>
    <p:sldId id="696" r:id="rId62"/>
    <p:sldId id="697" r:id="rId63"/>
    <p:sldId id="691" r:id="rId64"/>
    <p:sldId id="664" r:id="rId65"/>
    <p:sldId id="693" r:id="rId66"/>
    <p:sldId id="620" r:id="rId6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7437" autoAdjust="0"/>
    <p:restoredTop sz="94660"/>
  </p:normalViewPr>
  <p:slideViewPr>
    <p:cSldViewPr snapToGrid="0">
      <p:cViewPr varScale="1">
        <p:scale>
          <a:sx n="51" d="100"/>
          <a:sy n="51" d="100"/>
        </p:scale>
        <p:origin x="542" y="5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2.xml"/><Relationship Id="rId21" Type="http://schemas.openxmlformats.org/officeDocument/2006/relationships/slide" Target="slides/slide17.xml"/><Relationship Id="rId42" Type="http://schemas.openxmlformats.org/officeDocument/2006/relationships/slide" Target="slides/slide38.xml"/><Relationship Id="rId47" Type="http://schemas.openxmlformats.org/officeDocument/2006/relationships/slide" Target="slides/slide43.xml"/><Relationship Id="rId63" Type="http://schemas.openxmlformats.org/officeDocument/2006/relationships/slide" Target="slides/slide59.xml"/><Relationship Id="rId68" Type="http://schemas.openxmlformats.org/officeDocument/2006/relationships/notesMaster" Target="notesMasters/notesMaster1.xml"/><Relationship Id="rId7" Type="http://schemas.openxmlformats.org/officeDocument/2006/relationships/slide" Target="slides/slide3.xml"/><Relationship Id="rId71" Type="http://schemas.openxmlformats.org/officeDocument/2006/relationships/theme" Target="theme/theme1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9" Type="http://schemas.openxmlformats.org/officeDocument/2006/relationships/slide" Target="slides/slide25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slide" Target="slides/slide28.xml"/><Relationship Id="rId37" Type="http://schemas.openxmlformats.org/officeDocument/2006/relationships/slide" Target="slides/slide33.xml"/><Relationship Id="rId40" Type="http://schemas.openxmlformats.org/officeDocument/2006/relationships/slide" Target="slides/slide36.xml"/><Relationship Id="rId45" Type="http://schemas.openxmlformats.org/officeDocument/2006/relationships/slide" Target="slides/slide41.xml"/><Relationship Id="rId53" Type="http://schemas.openxmlformats.org/officeDocument/2006/relationships/slide" Target="slides/slide49.xml"/><Relationship Id="rId58" Type="http://schemas.openxmlformats.org/officeDocument/2006/relationships/slide" Target="slides/slide54.xml"/><Relationship Id="rId66" Type="http://schemas.openxmlformats.org/officeDocument/2006/relationships/slide" Target="slides/slide62.xml"/><Relationship Id="rId5" Type="http://schemas.openxmlformats.org/officeDocument/2006/relationships/slide" Target="slides/slide1.xml"/><Relationship Id="rId61" Type="http://schemas.openxmlformats.org/officeDocument/2006/relationships/slide" Target="slides/slide57.xml"/><Relationship Id="rId19" Type="http://schemas.openxmlformats.org/officeDocument/2006/relationships/slide" Target="slides/slide1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slide" Target="slides/slide26.xml"/><Relationship Id="rId35" Type="http://schemas.openxmlformats.org/officeDocument/2006/relationships/slide" Target="slides/slide31.xml"/><Relationship Id="rId43" Type="http://schemas.openxmlformats.org/officeDocument/2006/relationships/slide" Target="slides/slide39.xml"/><Relationship Id="rId48" Type="http://schemas.openxmlformats.org/officeDocument/2006/relationships/slide" Target="slides/slide44.xml"/><Relationship Id="rId56" Type="http://schemas.openxmlformats.org/officeDocument/2006/relationships/slide" Target="slides/slide52.xml"/><Relationship Id="rId64" Type="http://schemas.openxmlformats.org/officeDocument/2006/relationships/slide" Target="slides/slide60.xml"/><Relationship Id="rId69" Type="http://schemas.openxmlformats.org/officeDocument/2006/relationships/presProps" Target="presProps.xml"/><Relationship Id="rId8" Type="http://schemas.openxmlformats.org/officeDocument/2006/relationships/slide" Target="slides/slide4.xml"/><Relationship Id="rId51" Type="http://schemas.openxmlformats.org/officeDocument/2006/relationships/slide" Target="slides/slide47.xml"/><Relationship Id="rId72" Type="http://schemas.openxmlformats.org/officeDocument/2006/relationships/tableStyles" Target="tableStyles.xml"/><Relationship Id="rId3" Type="http://schemas.openxmlformats.org/officeDocument/2006/relationships/customXml" Target="../customXml/item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slide" Target="slides/slide29.xml"/><Relationship Id="rId38" Type="http://schemas.openxmlformats.org/officeDocument/2006/relationships/slide" Target="slides/slide34.xml"/><Relationship Id="rId46" Type="http://schemas.openxmlformats.org/officeDocument/2006/relationships/slide" Target="slides/slide42.xml"/><Relationship Id="rId59" Type="http://schemas.openxmlformats.org/officeDocument/2006/relationships/slide" Target="slides/slide55.xml"/><Relationship Id="rId67" Type="http://schemas.openxmlformats.org/officeDocument/2006/relationships/slide" Target="slides/slide63.xml"/><Relationship Id="rId20" Type="http://schemas.openxmlformats.org/officeDocument/2006/relationships/slide" Target="slides/slide16.xml"/><Relationship Id="rId41" Type="http://schemas.openxmlformats.org/officeDocument/2006/relationships/slide" Target="slides/slide37.xml"/><Relationship Id="rId54" Type="http://schemas.openxmlformats.org/officeDocument/2006/relationships/slide" Target="slides/slide50.xml"/><Relationship Id="rId62" Type="http://schemas.openxmlformats.org/officeDocument/2006/relationships/slide" Target="slides/slide58.xml"/><Relationship Id="rId70" Type="http://schemas.openxmlformats.org/officeDocument/2006/relationships/viewProps" Target="view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36" Type="http://schemas.openxmlformats.org/officeDocument/2006/relationships/slide" Target="slides/slide32.xml"/><Relationship Id="rId49" Type="http://schemas.openxmlformats.org/officeDocument/2006/relationships/slide" Target="slides/slide45.xml"/><Relationship Id="rId57" Type="http://schemas.openxmlformats.org/officeDocument/2006/relationships/slide" Target="slides/slide53.xml"/><Relationship Id="rId10" Type="http://schemas.openxmlformats.org/officeDocument/2006/relationships/slide" Target="slides/slide6.xml"/><Relationship Id="rId31" Type="http://schemas.openxmlformats.org/officeDocument/2006/relationships/slide" Target="slides/slide27.xml"/><Relationship Id="rId44" Type="http://schemas.openxmlformats.org/officeDocument/2006/relationships/slide" Target="slides/slide40.xml"/><Relationship Id="rId52" Type="http://schemas.openxmlformats.org/officeDocument/2006/relationships/slide" Target="slides/slide48.xml"/><Relationship Id="rId60" Type="http://schemas.openxmlformats.org/officeDocument/2006/relationships/slide" Target="slides/slide56.xml"/><Relationship Id="rId65" Type="http://schemas.openxmlformats.org/officeDocument/2006/relationships/slide" Target="slides/slide6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39" Type="http://schemas.openxmlformats.org/officeDocument/2006/relationships/slide" Target="slides/slide35.xml"/><Relationship Id="rId34" Type="http://schemas.openxmlformats.org/officeDocument/2006/relationships/slide" Target="slides/slide30.xml"/><Relationship Id="rId50" Type="http://schemas.openxmlformats.org/officeDocument/2006/relationships/slide" Target="slides/slide46.xml"/><Relationship Id="rId55" Type="http://schemas.openxmlformats.org/officeDocument/2006/relationships/slide" Target="slides/slide51.xml"/></Relationships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3-12-06T22:26:37.667"/>
    </inkml:context>
    <inkml:brush xml:id="br0">
      <inkml:brushProperty name="width" value="0.05" units="cm"/>
      <inkml:brushProperty name="height" value="0.05" units="cm"/>
      <inkml:brushProperty name="color" value="#AE198D"/>
      <inkml:brushProperty name="ignorePressure" value="1"/>
      <inkml:brushProperty name="inkEffects" value="galaxy"/>
      <inkml:brushProperty name="anchorX" value="0"/>
      <inkml:brushProperty name="anchorY" value="0"/>
      <inkml:brushProperty name="scaleFactor" value="0.5"/>
    </inkml:brush>
  </inkml:definitions>
  <inkml:trace contextRef="#ctx0" brushRef="#br0">1 0,'0'0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ntestazion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Segnaposto dat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4C1995C-6D63-4930-8BD6-82D42C41C0EE}" type="datetimeFigureOut">
              <a:rPr lang="en-US" smtClean="0"/>
              <a:t>12/10/2023</a:t>
            </a:fld>
            <a:endParaRPr lang="en-US"/>
          </a:p>
        </p:txBody>
      </p:sp>
      <p:sp>
        <p:nvSpPr>
          <p:cNvPr id="4" name="Segnaposto immagin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Segnaposto note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en-US"/>
          </a:p>
        </p:txBody>
      </p:sp>
      <p:sp>
        <p:nvSpPr>
          <p:cNvPr id="6" name="Segnaposto piè di pa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egnaposto numero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45A963A-71A4-4063-874B-0880FB9AC077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611326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0.xml"/><Relationship Id="rId1" Type="http://schemas.openxmlformats.org/officeDocument/2006/relationships/notesMaster" Target="../notesMasters/notesMaster1.xml"/></Relationships>
</file>

<file path=ppt/notesSlides/_rels/notesSlide5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1.xml"/><Relationship Id="rId1" Type="http://schemas.openxmlformats.org/officeDocument/2006/relationships/notesMaster" Target="../notesMasters/notesMaster1.xml"/></Relationships>
</file>

<file path=ppt/notesSlides/_rels/notesSlide5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2.xml"/><Relationship Id="rId1" Type="http://schemas.openxmlformats.org/officeDocument/2006/relationships/notesMaster" Target="../notesMasters/notesMaster1.xml"/></Relationships>
</file>

<file path=ppt/notesSlides/_rels/notesSlide5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3.xml"/><Relationship Id="rId1" Type="http://schemas.openxmlformats.org/officeDocument/2006/relationships/notesMaster" Target="../notesMasters/notesMaster1.xml"/></Relationships>
</file>

<file path=ppt/notesSlides/_rels/notesSlide5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4.xml"/><Relationship Id="rId1" Type="http://schemas.openxmlformats.org/officeDocument/2006/relationships/notesMaster" Target="../notesMasters/notesMaster1.xml"/></Relationships>
</file>

<file path=ppt/notesSlides/_rels/notesSlide5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5.xml"/><Relationship Id="rId1" Type="http://schemas.openxmlformats.org/officeDocument/2006/relationships/notesMaster" Target="../notesMasters/notesMaster1.xml"/></Relationships>
</file>

<file path=ppt/notesSlides/_rels/notesSlide5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6.xml"/><Relationship Id="rId1" Type="http://schemas.openxmlformats.org/officeDocument/2006/relationships/notesMaster" Target="../notesMasters/notesMaster1.xml"/></Relationships>
</file>

<file path=ppt/notesSlides/_rels/notesSlide5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7.xml"/><Relationship Id="rId1" Type="http://schemas.openxmlformats.org/officeDocument/2006/relationships/notesMaster" Target="../notesMasters/notesMaster1.xml"/></Relationships>
</file>

<file path=ppt/notesSlides/_rels/notesSlide5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8.xml"/><Relationship Id="rId1" Type="http://schemas.openxmlformats.org/officeDocument/2006/relationships/notesMaster" Target="../notesMasters/notesMaster1.xml"/></Relationships>
</file>

<file path=ppt/notesSlides/_rels/notesSlide5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9.xml"/><Relationship Id="rId1" Type="http://schemas.openxmlformats.org/officeDocument/2006/relationships/notesMaster" Target="../notesMasters/notesMaster1.xml"/></Relationships>
</file>

<file path=ppt/notesSlides/_rels/notesSlide6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0.xml"/><Relationship Id="rId1" Type="http://schemas.openxmlformats.org/officeDocument/2006/relationships/notesMaster" Target="../notesMasters/notesMaster1.xml"/></Relationships>
</file>

<file path=ppt/notesSlides/_rels/notesSlide6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1.xml"/><Relationship Id="rId1" Type="http://schemas.openxmlformats.org/officeDocument/2006/relationships/notesMaster" Target="../notesMasters/notesMaster1.xml"/></Relationships>
</file>

<file path=ppt/notesSlides/_rels/notesSlide6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2.xml"/><Relationship Id="rId1" Type="http://schemas.openxmlformats.org/officeDocument/2006/relationships/notesMaster" Target="../notesMasters/notesMaster1.xml"/></Relationships>
</file>

<file path=ppt/notesSlides/_rels/notesSlide6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7">
            <a:extLst>
              <a:ext uri="{FF2B5EF4-FFF2-40B4-BE49-F238E27FC236}">
                <a16:creationId xmlns:a16="http://schemas.microsoft.com/office/drawing/2014/main" id="{A1A1837E-C184-4B1D-93BC-A5CA59C8AD1A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9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9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9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9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9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9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9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9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9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fld id="{286155AB-5AC4-4A44-A88F-B86EED5ABADB}" type="slidenum">
              <a:rPr lang="it-IT" altLang="it-IT" sz="1200" smtClean="0">
                <a:solidFill>
                  <a:schemeClr val="tx1"/>
                </a:solidFill>
              </a:rPr>
              <a:pPr/>
              <a:t>1</a:t>
            </a:fld>
            <a:endParaRPr lang="it-IT" altLang="it-IT" sz="1200">
              <a:solidFill>
                <a:schemeClr val="tx1"/>
              </a:solidFill>
            </a:endParaRPr>
          </a:p>
        </p:txBody>
      </p:sp>
      <p:sp>
        <p:nvSpPr>
          <p:cNvPr id="5123" name="Rectangle 2">
            <a:extLst>
              <a:ext uri="{FF2B5EF4-FFF2-40B4-BE49-F238E27FC236}">
                <a16:creationId xmlns:a16="http://schemas.microsoft.com/office/drawing/2014/main" id="{833F7DFC-739C-433E-9E94-CFE8789F346B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124" name="Rectangle 3">
            <a:extLst>
              <a:ext uri="{FF2B5EF4-FFF2-40B4-BE49-F238E27FC236}">
                <a16:creationId xmlns:a16="http://schemas.microsoft.com/office/drawing/2014/main" id="{6B126033-5D0C-4306-8137-DC8B0EB0B463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it-IT" altLang="it-IT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7">
            <a:extLst>
              <a:ext uri="{FF2B5EF4-FFF2-40B4-BE49-F238E27FC236}">
                <a16:creationId xmlns:a16="http://schemas.microsoft.com/office/drawing/2014/main" id="{F2C8D3DF-BD3F-46CD-9F8B-A3115EE878DB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9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9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9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9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9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9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9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9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9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fld id="{03C36768-79C9-49BF-ACC5-6CC3A9118688}" type="slidenum">
              <a:rPr lang="it-IT" altLang="it-IT" sz="1200" smtClean="0">
                <a:solidFill>
                  <a:schemeClr val="tx1"/>
                </a:solidFill>
              </a:rPr>
              <a:pPr/>
              <a:t>2</a:t>
            </a:fld>
            <a:endParaRPr lang="it-IT" altLang="it-IT" sz="1200">
              <a:solidFill>
                <a:schemeClr val="tx1"/>
              </a:solidFill>
            </a:endParaRPr>
          </a:p>
        </p:txBody>
      </p:sp>
      <p:sp>
        <p:nvSpPr>
          <p:cNvPr id="7171" name="Rectangle 2">
            <a:extLst>
              <a:ext uri="{FF2B5EF4-FFF2-40B4-BE49-F238E27FC236}">
                <a16:creationId xmlns:a16="http://schemas.microsoft.com/office/drawing/2014/main" id="{CD02B659-2CCD-4E4D-B62E-5A6AFEEFBA0B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172" name="Rectangle 3">
            <a:extLst>
              <a:ext uri="{FF2B5EF4-FFF2-40B4-BE49-F238E27FC236}">
                <a16:creationId xmlns:a16="http://schemas.microsoft.com/office/drawing/2014/main" id="{1A4A41C4-0B2F-4058-86CF-87F467E7D35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it-IT" altLang="it-IT"/>
          </a:p>
        </p:txBody>
      </p:sp>
    </p:spTree>
    <p:extLst>
      <p:ext uri="{BB962C8B-B14F-4D97-AF65-F5344CB8AC3E}">
        <p14:creationId xmlns:p14="http://schemas.microsoft.com/office/powerpoint/2010/main" val="276323598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7">
            <a:extLst>
              <a:ext uri="{FF2B5EF4-FFF2-40B4-BE49-F238E27FC236}">
                <a16:creationId xmlns:a16="http://schemas.microsoft.com/office/drawing/2014/main" id="{F2C8D3DF-BD3F-46CD-9F8B-A3115EE878DB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9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9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9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9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9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9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9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9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9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fld id="{03C36768-79C9-49BF-ACC5-6CC3A9118688}" type="slidenum">
              <a:rPr lang="it-IT" altLang="it-IT" sz="1200" smtClean="0">
                <a:solidFill>
                  <a:schemeClr val="tx1"/>
                </a:solidFill>
              </a:rPr>
              <a:pPr/>
              <a:t>3</a:t>
            </a:fld>
            <a:endParaRPr lang="it-IT" altLang="it-IT" sz="1200">
              <a:solidFill>
                <a:schemeClr val="tx1"/>
              </a:solidFill>
            </a:endParaRPr>
          </a:p>
        </p:txBody>
      </p:sp>
      <p:sp>
        <p:nvSpPr>
          <p:cNvPr id="7171" name="Rectangle 2">
            <a:extLst>
              <a:ext uri="{FF2B5EF4-FFF2-40B4-BE49-F238E27FC236}">
                <a16:creationId xmlns:a16="http://schemas.microsoft.com/office/drawing/2014/main" id="{CD02B659-2CCD-4E4D-B62E-5A6AFEEFBA0B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172" name="Rectangle 3">
            <a:extLst>
              <a:ext uri="{FF2B5EF4-FFF2-40B4-BE49-F238E27FC236}">
                <a16:creationId xmlns:a16="http://schemas.microsoft.com/office/drawing/2014/main" id="{1A4A41C4-0B2F-4058-86CF-87F467E7D35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it-IT" altLang="it-IT"/>
          </a:p>
        </p:txBody>
      </p:sp>
    </p:spTree>
    <p:extLst>
      <p:ext uri="{BB962C8B-B14F-4D97-AF65-F5344CB8AC3E}">
        <p14:creationId xmlns:p14="http://schemas.microsoft.com/office/powerpoint/2010/main" val="350936879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7">
            <a:extLst>
              <a:ext uri="{FF2B5EF4-FFF2-40B4-BE49-F238E27FC236}">
                <a16:creationId xmlns:a16="http://schemas.microsoft.com/office/drawing/2014/main" id="{F2C8D3DF-BD3F-46CD-9F8B-A3115EE878DB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9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9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9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9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9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9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9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9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9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fld id="{03C36768-79C9-49BF-ACC5-6CC3A9118688}" type="slidenum">
              <a:rPr lang="it-IT" altLang="it-IT" sz="1200" smtClean="0">
                <a:solidFill>
                  <a:schemeClr val="tx1"/>
                </a:solidFill>
              </a:rPr>
              <a:pPr/>
              <a:t>4</a:t>
            </a:fld>
            <a:endParaRPr lang="it-IT" altLang="it-IT" sz="1200">
              <a:solidFill>
                <a:schemeClr val="tx1"/>
              </a:solidFill>
            </a:endParaRPr>
          </a:p>
        </p:txBody>
      </p:sp>
      <p:sp>
        <p:nvSpPr>
          <p:cNvPr id="7171" name="Rectangle 2">
            <a:extLst>
              <a:ext uri="{FF2B5EF4-FFF2-40B4-BE49-F238E27FC236}">
                <a16:creationId xmlns:a16="http://schemas.microsoft.com/office/drawing/2014/main" id="{CD02B659-2CCD-4E4D-B62E-5A6AFEEFBA0B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172" name="Rectangle 3">
            <a:extLst>
              <a:ext uri="{FF2B5EF4-FFF2-40B4-BE49-F238E27FC236}">
                <a16:creationId xmlns:a16="http://schemas.microsoft.com/office/drawing/2014/main" id="{1A4A41C4-0B2F-4058-86CF-87F467E7D35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it-IT" altLang="it-IT"/>
          </a:p>
        </p:txBody>
      </p:sp>
    </p:spTree>
    <p:extLst>
      <p:ext uri="{BB962C8B-B14F-4D97-AF65-F5344CB8AC3E}">
        <p14:creationId xmlns:p14="http://schemas.microsoft.com/office/powerpoint/2010/main" val="11533916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7">
            <a:extLst>
              <a:ext uri="{FF2B5EF4-FFF2-40B4-BE49-F238E27FC236}">
                <a16:creationId xmlns:a16="http://schemas.microsoft.com/office/drawing/2014/main" id="{F2C8D3DF-BD3F-46CD-9F8B-A3115EE878DB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9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9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9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9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9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9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9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9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9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fld id="{03C36768-79C9-49BF-ACC5-6CC3A9118688}" type="slidenum">
              <a:rPr lang="it-IT" altLang="it-IT" sz="1200" smtClean="0">
                <a:solidFill>
                  <a:schemeClr val="tx1"/>
                </a:solidFill>
              </a:rPr>
              <a:pPr/>
              <a:t>5</a:t>
            </a:fld>
            <a:endParaRPr lang="it-IT" altLang="it-IT" sz="1200">
              <a:solidFill>
                <a:schemeClr val="tx1"/>
              </a:solidFill>
            </a:endParaRPr>
          </a:p>
        </p:txBody>
      </p:sp>
      <p:sp>
        <p:nvSpPr>
          <p:cNvPr id="7171" name="Rectangle 2">
            <a:extLst>
              <a:ext uri="{FF2B5EF4-FFF2-40B4-BE49-F238E27FC236}">
                <a16:creationId xmlns:a16="http://schemas.microsoft.com/office/drawing/2014/main" id="{CD02B659-2CCD-4E4D-B62E-5A6AFEEFBA0B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172" name="Rectangle 3">
            <a:extLst>
              <a:ext uri="{FF2B5EF4-FFF2-40B4-BE49-F238E27FC236}">
                <a16:creationId xmlns:a16="http://schemas.microsoft.com/office/drawing/2014/main" id="{1A4A41C4-0B2F-4058-86CF-87F467E7D35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it-IT" altLang="it-IT"/>
          </a:p>
        </p:txBody>
      </p:sp>
    </p:spTree>
    <p:extLst>
      <p:ext uri="{BB962C8B-B14F-4D97-AF65-F5344CB8AC3E}">
        <p14:creationId xmlns:p14="http://schemas.microsoft.com/office/powerpoint/2010/main" val="797805709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7">
            <a:extLst>
              <a:ext uri="{FF2B5EF4-FFF2-40B4-BE49-F238E27FC236}">
                <a16:creationId xmlns:a16="http://schemas.microsoft.com/office/drawing/2014/main" id="{F2C8D3DF-BD3F-46CD-9F8B-A3115EE878DB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9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9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9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9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9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9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9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9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9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fld id="{03C36768-79C9-49BF-ACC5-6CC3A9118688}" type="slidenum">
              <a:rPr lang="it-IT" altLang="it-IT" sz="1200" smtClean="0">
                <a:solidFill>
                  <a:schemeClr val="tx1"/>
                </a:solidFill>
              </a:rPr>
              <a:pPr/>
              <a:t>6</a:t>
            </a:fld>
            <a:endParaRPr lang="it-IT" altLang="it-IT" sz="1200">
              <a:solidFill>
                <a:schemeClr val="tx1"/>
              </a:solidFill>
            </a:endParaRPr>
          </a:p>
        </p:txBody>
      </p:sp>
      <p:sp>
        <p:nvSpPr>
          <p:cNvPr id="7171" name="Rectangle 2">
            <a:extLst>
              <a:ext uri="{FF2B5EF4-FFF2-40B4-BE49-F238E27FC236}">
                <a16:creationId xmlns:a16="http://schemas.microsoft.com/office/drawing/2014/main" id="{CD02B659-2CCD-4E4D-B62E-5A6AFEEFBA0B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172" name="Rectangle 3">
            <a:extLst>
              <a:ext uri="{FF2B5EF4-FFF2-40B4-BE49-F238E27FC236}">
                <a16:creationId xmlns:a16="http://schemas.microsoft.com/office/drawing/2014/main" id="{1A4A41C4-0B2F-4058-86CF-87F467E7D35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it-IT" altLang="it-IT"/>
          </a:p>
        </p:txBody>
      </p:sp>
    </p:spTree>
    <p:extLst>
      <p:ext uri="{BB962C8B-B14F-4D97-AF65-F5344CB8AC3E}">
        <p14:creationId xmlns:p14="http://schemas.microsoft.com/office/powerpoint/2010/main" val="1941269878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7">
            <a:extLst>
              <a:ext uri="{FF2B5EF4-FFF2-40B4-BE49-F238E27FC236}">
                <a16:creationId xmlns:a16="http://schemas.microsoft.com/office/drawing/2014/main" id="{F2C8D3DF-BD3F-46CD-9F8B-A3115EE878DB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9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9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9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9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9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9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9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9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9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fld id="{03C36768-79C9-49BF-ACC5-6CC3A9118688}" type="slidenum">
              <a:rPr lang="it-IT" altLang="it-IT" sz="1200" smtClean="0">
                <a:solidFill>
                  <a:schemeClr val="tx1"/>
                </a:solidFill>
              </a:rPr>
              <a:pPr/>
              <a:t>7</a:t>
            </a:fld>
            <a:endParaRPr lang="it-IT" altLang="it-IT" sz="1200">
              <a:solidFill>
                <a:schemeClr val="tx1"/>
              </a:solidFill>
            </a:endParaRPr>
          </a:p>
        </p:txBody>
      </p:sp>
      <p:sp>
        <p:nvSpPr>
          <p:cNvPr id="7171" name="Rectangle 2">
            <a:extLst>
              <a:ext uri="{FF2B5EF4-FFF2-40B4-BE49-F238E27FC236}">
                <a16:creationId xmlns:a16="http://schemas.microsoft.com/office/drawing/2014/main" id="{CD02B659-2CCD-4E4D-B62E-5A6AFEEFBA0B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172" name="Rectangle 3">
            <a:extLst>
              <a:ext uri="{FF2B5EF4-FFF2-40B4-BE49-F238E27FC236}">
                <a16:creationId xmlns:a16="http://schemas.microsoft.com/office/drawing/2014/main" id="{1A4A41C4-0B2F-4058-86CF-87F467E7D35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it-IT" altLang="it-IT"/>
          </a:p>
        </p:txBody>
      </p:sp>
    </p:spTree>
    <p:extLst>
      <p:ext uri="{BB962C8B-B14F-4D97-AF65-F5344CB8AC3E}">
        <p14:creationId xmlns:p14="http://schemas.microsoft.com/office/powerpoint/2010/main" val="138192764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7">
            <a:extLst>
              <a:ext uri="{FF2B5EF4-FFF2-40B4-BE49-F238E27FC236}">
                <a16:creationId xmlns:a16="http://schemas.microsoft.com/office/drawing/2014/main" id="{F2C8D3DF-BD3F-46CD-9F8B-A3115EE878DB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9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9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9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9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9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9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9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9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9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fld id="{03C36768-79C9-49BF-ACC5-6CC3A9118688}" type="slidenum">
              <a:rPr lang="it-IT" altLang="it-IT" sz="1200" smtClean="0">
                <a:solidFill>
                  <a:schemeClr val="tx1"/>
                </a:solidFill>
              </a:rPr>
              <a:pPr/>
              <a:t>8</a:t>
            </a:fld>
            <a:endParaRPr lang="it-IT" altLang="it-IT" sz="1200">
              <a:solidFill>
                <a:schemeClr val="tx1"/>
              </a:solidFill>
            </a:endParaRPr>
          </a:p>
        </p:txBody>
      </p:sp>
      <p:sp>
        <p:nvSpPr>
          <p:cNvPr id="7171" name="Rectangle 2">
            <a:extLst>
              <a:ext uri="{FF2B5EF4-FFF2-40B4-BE49-F238E27FC236}">
                <a16:creationId xmlns:a16="http://schemas.microsoft.com/office/drawing/2014/main" id="{CD02B659-2CCD-4E4D-B62E-5A6AFEEFBA0B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172" name="Rectangle 3">
            <a:extLst>
              <a:ext uri="{FF2B5EF4-FFF2-40B4-BE49-F238E27FC236}">
                <a16:creationId xmlns:a16="http://schemas.microsoft.com/office/drawing/2014/main" id="{1A4A41C4-0B2F-4058-86CF-87F467E7D35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it-IT" altLang="it-IT"/>
          </a:p>
        </p:txBody>
      </p:sp>
    </p:spTree>
    <p:extLst>
      <p:ext uri="{BB962C8B-B14F-4D97-AF65-F5344CB8AC3E}">
        <p14:creationId xmlns:p14="http://schemas.microsoft.com/office/powerpoint/2010/main" val="1223535386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7">
            <a:extLst>
              <a:ext uri="{FF2B5EF4-FFF2-40B4-BE49-F238E27FC236}">
                <a16:creationId xmlns:a16="http://schemas.microsoft.com/office/drawing/2014/main" id="{F2C8D3DF-BD3F-46CD-9F8B-A3115EE878DB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9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9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9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9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9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9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9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9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9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fld id="{03C36768-79C9-49BF-ACC5-6CC3A9118688}" type="slidenum">
              <a:rPr lang="it-IT" altLang="it-IT" sz="1200" smtClean="0">
                <a:solidFill>
                  <a:schemeClr val="tx1"/>
                </a:solidFill>
              </a:rPr>
              <a:pPr/>
              <a:t>9</a:t>
            </a:fld>
            <a:endParaRPr lang="it-IT" altLang="it-IT" sz="1200">
              <a:solidFill>
                <a:schemeClr val="tx1"/>
              </a:solidFill>
            </a:endParaRPr>
          </a:p>
        </p:txBody>
      </p:sp>
      <p:sp>
        <p:nvSpPr>
          <p:cNvPr id="7171" name="Rectangle 2">
            <a:extLst>
              <a:ext uri="{FF2B5EF4-FFF2-40B4-BE49-F238E27FC236}">
                <a16:creationId xmlns:a16="http://schemas.microsoft.com/office/drawing/2014/main" id="{CD02B659-2CCD-4E4D-B62E-5A6AFEEFBA0B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172" name="Rectangle 3">
            <a:extLst>
              <a:ext uri="{FF2B5EF4-FFF2-40B4-BE49-F238E27FC236}">
                <a16:creationId xmlns:a16="http://schemas.microsoft.com/office/drawing/2014/main" id="{1A4A41C4-0B2F-4058-86CF-87F467E7D35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it-IT" altLang="it-IT"/>
          </a:p>
        </p:txBody>
      </p:sp>
    </p:spTree>
    <p:extLst>
      <p:ext uri="{BB962C8B-B14F-4D97-AF65-F5344CB8AC3E}">
        <p14:creationId xmlns:p14="http://schemas.microsoft.com/office/powerpoint/2010/main" val="3467926670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7">
            <a:extLst>
              <a:ext uri="{FF2B5EF4-FFF2-40B4-BE49-F238E27FC236}">
                <a16:creationId xmlns:a16="http://schemas.microsoft.com/office/drawing/2014/main" id="{F2C8D3DF-BD3F-46CD-9F8B-A3115EE878DB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9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9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9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9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9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9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9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9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9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fld id="{03C36768-79C9-49BF-ACC5-6CC3A9118688}" type="slidenum">
              <a:rPr lang="it-IT" altLang="it-IT" sz="1200" smtClean="0">
                <a:solidFill>
                  <a:schemeClr val="tx1"/>
                </a:solidFill>
              </a:rPr>
              <a:pPr/>
              <a:t>10</a:t>
            </a:fld>
            <a:endParaRPr lang="it-IT" altLang="it-IT" sz="1200">
              <a:solidFill>
                <a:schemeClr val="tx1"/>
              </a:solidFill>
            </a:endParaRPr>
          </a:p>
        </p:txBody>
      </p:sp>
      <p:sp>
        <p:nvSpPr>
          <p:cNvPr id="7171" name="Rectangle 2">
            <a:extLst>
              <a:ext uri="{FF2B5EF4-FFF2-40B4-BE49-F238E27FC236}">
                <a16:creationId xmlns:a16="http://schemas.microsoft.com/office/drawing/2014/main" id="{CD02B659-2CCD-4E4D-B62E-5A6AFEEFBA0B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172" name="Rectangle 3">
            <a:extLst>
              <a:ext uri="{FF2B5EF4-FFF2-40B4-BE49-F238E27FC236}">
                <a16:creationId xmlns:a16="http://schemas.microsoft.com/office/drawing/2014/main" id="{1A4A41C4-0B2F-4058-86CF-87F467E7D35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it-IT" altLang="it-IT"/>
          </a:p>
        </p:txBody>
      </p:sp>
    </p:spTree>
    <p:extLst>
      <p:ext uri="{BB962C8B-B14F-4D97-AF65-F5344CB8AC3E}">
        <p14:creationId xmlns:p14="http://schemas.microsoft.com/office/powerpoint/2010/main" val="846378938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7">
            <a:extLst>
              <a:ext uri="{FF2B5EF4-FFF2-40B4-BE49-F238E27FC236}">
                <a16:creationId xmlns:a16="http://schemas.microsoft.com/office/drawing/2014/main" id="{F2C8D3DF-BD3F-46CD-9F8B-A3115EE878DB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9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9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9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9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9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9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9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9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9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fld id="{03C36768-79C9-49BF-ACC5-6CC3A9118688}" type="slidenum">
              <a:rPr lang="it-IT" altLang="it-IT" sz="1200" smtClean="0">
                <a:solidFill>
                  <a:schemeClr val="tx1"/>
                </a:solidFill>
              </a:rPr>
              <a:pPr/>
              <a:t>11</a:t>
            </a:fld>
            <a:endParaRPr lang="it-IT" altLang="it-IT" sz="1200">
              <a:solidFill>
                <a:schemeClr val="tx1"/>
              </a:solidFill>
            </a:endParaRPr>
          </a:p>
        </p:txBody>
      </p:sp>
      <p:sp>
        <p:nvSpPr>
          <p:cNvPr id="7171" name="Rectangle 2">
            <a:extLst>
              <a:ext uri="{FF2B5EF4-FFF2-40B4-BE49-F238E27FC236}">
                <a16:creationId xmlns:a16="http://schemas.microsoft.com/office/drawing/2014/main" id="{CD02B659-2CCD-4E4D-B62E-5A6AFEEFBA0B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172" name="Rectangle 3">
            <a:extLst>
              <a:ext uri="{FF2B5EF4-FFF2-40B4-BE49-F238E27FC236}">
                <a16:creationId xmlns:a16="http://schemas.microsoft.com/office/drawing/2014/main" id="{1A4A41C4-0B2F-4058-86CF-87F467E7D35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it-IT" altLang="it-IT"/>
          </a:p>
        </p:txBody>
      </p:sp>
    </p:spTree>
    <p:extLst>
      <p:ext uri="{BB962C8B-B14F-4D97-AF65-F5344CB8AC3E}">
        <p14:creationId xmlns:p14="http://schemas.microsoft.com/office/powerpoint/2010/main" val="3680974750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7">
            <a:extLst>
              <a:ext uri="{FF2B5EF4-FFF2-40B4-BE49-F238E27FC236}">
                <a16:creationId xmlns:a16="http://schemas.microsoft.com/office/drawing/2014/main" id="{F2C8D3DF-BD3F-46CD-9F8B-A3115EE878DB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9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9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9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9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9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9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9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9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9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fld id="{03C36768-79C9-49BF-ACC5-6CC3A9118688}" type="slidenum">
              <a:rPr lang="it-IT" altLang="it-IT" sz="1200" smtClean="0">
                <a:solidFill>
                  <a:schemeClr val="tx1"/>
                </a:solidFill>
              </a:rPr>
              <a:pPr/>
              <a:t>12</a:t>
            </a:fld>
            <a:endParaRPr lang="it-IT" altLang="it-IT" sz="1200">
              <a:solidFill>
                <a:schemeClr val="tx1"/>
              </a:solidFill>
            </a:endParaRPr>
          </a:p>
        </p:txBody>
      </p:sp>
      <p:sp>
        <p:nvSpPr>
          <p:cNvPr id="7171" name="Rectangle 2">
            <a:extLst>
              <a:ext uri="{FF2B5EF4-FFF2-40B4-BE49-F238E27FC236}">
                <a16:creationId xmlns:a16="http://schemas.microsoft.com/office/drawing/2014/main" id="{CD02B659-2CCD-4E4D-B62E-5A6AFEEFBA0B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172" name="Rectangle 3">
            <a:extLst>
              <a:ext uri="{FF2B5EF4-FFF2-40B4-BE49-F238E27FC236}">
                <a16:creationId xmlns:a16="http://schemas.microsoft.com/office/drawing/2014/main" id="{1A4A41C4-0B2F-4058-86CF-87F467E7D35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it-IT" altLang="it-IT"/>
          </a:p>
        </p:txBody>
      </p:sp>
    </p:spTree>
    <p:extLst>
      <p:ext uri="{BB962C8B-B14F-4D97-AF65-F5344CB8AC3E}">
        <p14:creationId xmlns:p14="http://schemas.microsoft.com/office/powerpoint/2010/main" val="1007666810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7">
            <a:extLst>
              <a:ext uri="{FF2B5EF4-FFF2-40B4-BE49-F238E27FC236}">
                <a16:creationId xmlns:a16="http://schemas.microsoft.com/office/drawing/2014/main" id="{F2C8D3DF-BD3F-46CD-9F8B-A3115EE878DB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9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9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9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9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9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9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9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9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9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fld id="{03C36768-79C9-49BF-ACC5-6CC3A9118688}" type="slidenum">
              <a:rPr lang="it-IT" altLang="it-IT" sz="1200" smtClean="0">
                <a:solidFill>
                  <a:schemeClr val="tx1"/>
                </a:solidFill>
              </a:rPr>
              <a:pPr/>
              <a:t>13</a:t>
            </a:fld>
            <a:endParaRPr lang="it-IT" altLang="it-IT" sz="1200">
              <a:solidFill>
                <a:schemeClr val="tx1"/>
              </a:solidFill>
            </a:endParaRPr>
          </a:p>
        </p:txBody>
      </p:sp>
      <p:sp>
        <p:nvSpPr>
          <p:cNvPr id="7171" name="Rectangle 2">
            <a:extLst>
              <a:ext uri="{FF2B5EF4-FFF2-40B4-BE49-F238E27FC236}">
                <a16:creationId xmlns:a16="http://schemas.microsoft.com/office/drawing/2014/main" id="{CD02B659-2CCD-4E4D-B62E-5A6AFEEFBA0B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172" name="Rectangle 3">
            <a:extLst>
              <a:ext uri="{FF2B5EF4-FFF2-40B4-BE49-F238E27FC236}">
                <a16:creationId xmlns:a16="http://schemas.microsoft.com/office/drawing/2014/main" id="{1A4A41C4-0B2F-4058-86CF-87F467E7D35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it-IT" altLang="it-IT"/>
          </a:p>
        </p:txBody>
      </p:sp>
    </p:spTree>
    <p:extLst>
      <p:ext uri="{BB962C8B-B14F-4D97-AF65-F5344CB8AC3E}">
        <p14:creationId xmlns:p14="http://schemas.microsoft.com/office/powerpoint/2010/main" val="760913977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7">
            <a:extLst>
              <a:ext uri="{FF2B5EF4-FFF2-40B4-BE49-F238E27FC236}">
                <a16:creationId xmlns:a16="http://schemas.microsoft.com/office/drawing/2014/main" id="{F2C8D3DF-BD3F-46CD-9F8B-A3115EE878DB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9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9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9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9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9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9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9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9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9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fld id="{03C36768-79C9-49BF-ACC5-6CC3A9118688}" type="slidenum">
              <a:rPr lang="it-IT" altLang="it-IT" sz="1200" smtClean="0">
                <a:solidFill>
                  <a:schemeClr val="tx1"/>
                </a:solidFill>
              </a:rPr>
              <a:pPr/>
              <a:t>14</a:t>
            </a:fld>
            <a:endParaRPr lang="it-IT" altLang="it-IT" sz="1200">
              <a:solidFill>
                <a:schemeClr val="tx1"/>
              </a:solidFill>
            </a:endParaRPr>
          </a:p>
        </p:txBody>
      </p:sp>
      <p:sp>
        <p:nvSpPr>
          <p:cNvPr id="7171" name="Rectangle 2">
            <a:extLst>
              <a:ext uri="{FF2B5EF4-FFF2-40B4-BE49-F238E27FC236}">
                <a16:creationId xmlns:a16="http://schemas.microsoft.com/office/drawing/2014/main" id="{CD02B659-2CCD-4E4D-B62E-5A6AFEEFBA0B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172" name="Rectangle 3">
            <a:extLst>
              <a:ext uri="{FF2B5EF4-FFF2-40B4-BE49-F238E27FC236}">
                <a16:creationId xmlns:a16="http://schemas.microsoft.com/office/drawing/2014/main" id="{1A4A41C4-0B2F-4058-86CF-87F467E7D35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it-IT" altLang="it-IT"/>
          </a:p>
        </p:txBody>
      </p:sp>
    </p:spTree>
    <p:extLst>
      <p:ext uri="{BB962C8B-B14F-4D97-AF65-F5344CB8AC3E}">
        <p14:creationId xmlns:p14="http://schemas.microsoft.com/office/powerpoint/2010/main" val="202149752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7">
            <a:extLst>
              <a:ext uri="{FF2B5EF4-FFF2-40B4-BE49-F238E27FC236}">
                <a16:creationId xmlns:a16="http://schemas.microsoft.com/office/drawing/2014/main" id="{F2C8D3DF-BD3F-46CD-9F8B-A3115EE878DB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9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9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9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9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9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9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9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9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9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fld id="{03C36768-79C9-49BF-ACC5-6CC3A9118688}" type="slidenum">
              <a:rPr lang="it-IT" altLang="it-IT" sz="1200" smtClean="0">
                <a:solidFill>
                  <a:schemeClr val="tx1"/>
                </a:solidFill>
              </a:rPr>
              <a:pPr/>
              <a:t>15</a:t>
            </a:fld>
            <a:endParaRPr lang="it-IT" altLang="it-IT" sz="1200">
              <a:solidFill>
                <a:schemeClr val="tx1"/>
              </a:solidFill>
            </a:endParaRPr>
          </a:p>
        </p:txBody>
      </p:sp>
      <p:sp>
        <p:nvSpPr>
          <p:cNvPr id="7171" name="Rectangle 2">
            <a:extLst>
              <a:ext uri="{FF2B5EF4-FFF2-40B4-BE49-F238E27FC236}">
                <a16:creationId xmlns:a16="http://schemas.microsoft.com/office/drawing/2014/main" id="{CD02B659-2CCD-4E4D-B62E-5A6AFEEFBA0B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172" name="Rectangle 3">
            <a:extLst>
              <a:ext uri="{FF2B5EF4-FFF2-40B4-BE49-F238E27FC236}">
                <a16:creationId xmlns:a16="http://schemas.microsoft.com/office/drawing/2014/main" id="{1A4A41C4-0B2F-4058-86CF-87F467E7D35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it-IT" altLang="it-IT"/>
          </a:p>
        </p:txBody>
      </p:sp>
    </p:spTree>
    <p:extLst>
      <p:ext uri="{BB962C8B-B14F-4D97-AF65-F5344CB8AC3E}">
        <p14:creationId xmlns:p14="http://schemas.microsoft.com/office/powerpoint/2010/main" val="1926202345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7">
            <a:extLst>
              <a:ext uri="{FF2B5EF4-FFF2-40B4-BE49-F238E27FC236}">
                <a16:creationId xmlns:a16="http://schemas.microsoft.com/office/drawing/2014/main" id="{F2C8D3DF-BD3F-46CD-9F8B-A3115EE878DB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9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9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9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9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9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9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9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9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9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fld id="{03C36768-79C9-49BF-ACC5-6CC3A9118688}" type="slidenum">
              <a:rPr lang="it-IT" altLang="it-IT" sz="1200" smtClean="0">
                <a:solidFill>
                  <a:schemeClr val="tx1"/>
                </a:solidFill>
              </a:rPr>
              <a:pPr/>
              <a:t>16</a:t>
            </a:fld>
            <a:endParaRPr lang="it-IT" altLang="it-IT" sz="1200">
              <a:solidFill>
                <a:schemeClr val="tx1"/>
              </a:solidFill>
            </a:endParaRPr>
          </a:p>
        </p:txBody>
      </p:sp>
      <p:sp>
        <p:nvSpPr>
          <p:cNvPr id="7171" name="Rectangle 2">
            <a:extLst>
              <a:ext uri="{FF2B5EF4-FFF2-40B4-BE49-F238E27FC236}">
                <a16:creationId xmlns:a16="http://schemas.microsoft.com/office/drawing/2014/main" id="{CD02B659-2CCD-4E4D-B62E-5A6AFEEFBA0B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172" name="Rectangle 3">
            <a:extLst>
              <a:ext uri="{FF2B5EF4-FFF2-40B4-BE49-F238E27FC236}">
                <a16:creationId xmlns:a16="http://schemas.microsoft.com/office/drawing/2014/main" id="{1A4A41C4-0B2F-4058-86CF-87F467E7D35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it-IT" altLang="it-IT"/>
          </a:p>
        </p:txBody>
      </p:sp>
    </p:spTree>
    <p:extLst>
      <p:ext uri="{BB962C8B-B14F-4D97-AF65-F5344CB8AC3E}">
        <p14:creationId xmlns:p14="http://schemas.microsoft.com/office/powerpoint/2010/main" val="2403459500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7">
            <a:extLst>
              <a:ext uri="{FF2B5EF4-FFF2-40B4-BE49-F238E27FC236}">
                <a16:creationId xmlns:a16="http://schemas.microsoft.com/office/drawing/2014/main" id="{F2C8D3DF-BD3F-46CD-9F8B-A3115EE878DB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9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9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9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9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9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9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9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9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9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fld id="{03C36768-79C9-49BF-ACC5-6CC3A9118688}" type="slidenum">
              <a:rPr lang="it-IT" altLang="it-IT" sz="1200" smtClean="0">
                <a:solidFill>
                  <a:schemeClr val="tx1"/>
                </a:solidFill>
              </a:rPr>
              <a:pPr/>
              <a:t>17</a:t>
            </a:fld>
            <a:endParaRPr lang="it-IT" altLang="it-IT" sz="1200">
              <a:solidFill>
                <a:schemeClr val="tx1"/>
              </a:solidFill>
            </a:endParaRPr>
          </a:p>
        </p:txBody>
      </p:sp>
      <p:sp>
        <p:nvSpPr>
          <p:cNvPr id="7171" name="Rectangle 2">
            <a:extLst>
              <a:ext uri="{FF2B5EF4-FFF2-40B4-BE49-F238E27FC236}">
                <a16:creationId xmlns:a16="http://schemas.microsoft.com/office/drawing/2014/main" id="{CD02B659-2CCD-4E4D-B62E-5A6AFEEFBA0B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172" name="Rectangle 3">
            <a:extLst>
              <a:ext uri="{FF2B5EF4-FFF2-40B4-BE49-F238E27FC236}">
                <a16:creationId xmlns:a16="http://schemas.microsoft.com/office/drawing/2014/main" id="{1A4A41C4-0B2F-4058-86CF-87F467E7D35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it-IT" altLang="it-IT"/>
          </a:p>
        </p:txBody>
      </p:sp>
    </p:spTree>
    <p:extLst>
      <p:ext uri="{BB962C8B-B14F-4D97-AF65-F5344CB8AC3E}">
        <p14:creationId xmlns:p14="http://schemas.microsoft.com/office/powerpoint/2010/main" val="823498207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7">
            <a:extLst>
              <a:ext uri="{FF2B5EF4-FFF2-40B4-BE49-F238E27FC236}">
                <a16:creationId xmlns:a16="http://schemas.microsoft.com/office/drawing/2014/main" id="{F2C8D3DF-BD3F-46CD-9F8B-A3115EE878DB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9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9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9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9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9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9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9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9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9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fld id="{03C36768-79C9-49BF-ACC5-6CC3A9118688}" type="slidenum">
              <a:rPr lang="it-IT" altLang="it-IT" sz="1200" smtClean="0">
                <a:solidFill>
                  <a:schemeClr val="tx1"/>
                </a:solidFill>
              </a:rPr>
              <a:pPr/>
              <a:t>18</a:t>
            </a:fld>
            <a:endParaRPr lang="it-IT" altLang="it-IT" sz="1200">
              <a:solidFill>
                <a:schemeClr val="tx1"/>
              </a:solidFill>
            </a:endParaRPr>
          </a:p>
        </p:txBody>
      </p:sp>
      <p:sp>
        <p:nvSpPr>
          <p:cNvPr id="7171" name="Rectangle 2">
            <a:extLst>
              <a:ext uri="{FF2B5EF4-FFF2-40B4-BE49-F238E27FC236}">
                <a16:creationId xmlns:a16="http://schemas.microsoft.com/office/drawing/2014/main" id="{CD02B659-2CCD-4E4D-B62E-5A6AFEEFBA0B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172" name="Rectangle 3">
            <a:extLst>
              <a:ext uri="{FF2B5EF4-FFF2-40B4-BE49-F238E27FC236}">
                <a16:creationId xmlns:a16="http://schemas.microsoft.com/office/drawing/2014/main" id="{1A4A41C4-0B2F-4058-86CF-87F467E7D35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it-IT" altLang="it-IT"/>
          </a:p>
        </p:txBody>
      </p:sp>
    </p:spTree>
    <p:extLst>
      <p:ext uri="{BB962C8B-B14F-4D97-AF65-F5344CB8AC3E}">
        <p14:creationId xmlns:p14="http://schemas.microsoft.com/office/powerpoint/2010/main" val="143405723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7">
            <a:extLst>
              <a:ext uri="{FF2B5EF4-FFF2-40B4-BE49-F238E27FC236}">
                <a16:creationId xmlns:a16="http://schemas.microsoft.com/office/drawing/2014/main" id="{F2C8D3DF-BD3F-46CD-9F8B-A3115EE878DB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9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9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9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9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9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9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9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9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9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fld id="{03C36768-79C9-49BF-ACC5-6CC3A9118688}" type="slidenum">
              <a:rPr lang="it-IT" altLang="it-IT" sz="1200" smtClean="0">
                <a:solidFill>
                  <a:schemeClr val="tx1"/>
                </a:solidFill>
              </a:rPr>
              <a:pPr/>
              <a:t>19</a:t>
            </a:fld>
            <a:endParaRPr lang="it-IT" altLang="it-IT" sz="1200">
              <a:solidFill>
                <a:schemeClr val="tx1"/>
              </a:solidFill>
            </a:endParaRPr>
          </a:p>
        </p:txBody>
      </p:sp>
      <p:sp>
        <p:nvSpPr>
          <p:cNvPr id="7171" name="Rectangle 2">
            <a:extLst>
              <a:ext uri="{FF2B5EF4-FFF2-40B4-BE49-F238E27FC236}">
                <a16:creationId xmlns:a16="http://schemas.microsoft.com/office/drawing/2014/main" id="{CD02B659-2CCD-4E4D-B62E-5A6AFEEFBA0B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172" name="Rectangle 3">
            <a:extLst>
              <a:ext uri="{FF2B5EF4-FFF2-40B4-BE49-F238E27FC236}">
                <a16:creationId xmlns:a16="http://schemas.microsoft.com/office/drawing/2014/main" id="{1A4A41C4-0B2F-4058-86CF-87F467E7D35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it-IT" altLang="it-IT"/>
          </a:p>
        </p:txBody>
      </p:sp>
    </p:spTree>
    <p:extLst>
      <p:ext uri="{BB962C8B-B14F-4D97-AF65-F5344CB8AC3E}">
        <p14:creationId xmlns:p14="http://schemas.microsoft.com/office/powerpoint/2010/main" val="1234906418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7">
            <a:extLst>
              <a:ext uri="{FF2B5EF4-FFF2-40B4-BE49-F238E27FC236}">
                <a16:creationId xmlns:a16="http://schemas.microsoft.com/office/drawing/2014/main" id="{F2C8D3DF-BD3F-46CD-9F8B-A3115EE878DB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9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9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9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9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9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9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9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9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9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fld id="{03C36768-79C9-49BF-ACC5-6CC3A9118688}" type="slidenum">
              <a:rPr lang="it-IT" altLang="it-IT" sz="1200" smtClean="0">
                <a:solidFill>
                  <a:schemeClr val="tx1"/>
                </a:solidFill>
              </a:rPr>
              <a:pPr/>
              <a:t>20</a:t>
            </a:fld>
            <a:endParaRPr lang="it-IT" altLang="it-IT" sz="1200">
              <a:solidFill>
                <a:schemeClr val="tx1"/>
              </a:solidFill>
            </a:endParaRPr>
          </a:p>
        </p:txBody>
      </p:sp>
      <p:sp>
        <p:nvSpPr>
          <p:cNvPr id="7171" name="Rectangle 2">
            <a:extLst>
              <a:ext uri="{FF2B5EF4-FFF2-40B4-BE49-F238E27FC236}">
                <a16:creationId xmlns:a16="http://schemas.microsoft.com/office/drawing/2014/main" id="{CD02B659-2CCD-4E4D-B62E-5A6AFEEFBA0B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172" name="Rectangle 3">
            <a:extLst>
              <a:ext uri="{FF2B5EF4-FFF2-40B4-BE49-F238E27FC236}">
                <a16:creationId xmlns:a16="http://schemas.microsoft.com/office/drawing/2014/main" id="{1A4A41C4-0B2F-4058-86CF-87F467E7D35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it-IT" altLang="it-IT"/>
          </a:p>
        </p:txBody>
      </p:sp>
    </p:spTree>
    <p:extLst>
      <p:ext uri="{BB962C8B-B14F-4D97-AF65-F5344CB8AC3E}">
        <p14:creationId xmlns:p14="http://schemas.microsoft.com/office/powerpoint/2010/main" val="295090593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7">
            <a:extLst>
              <a:ext uri="{FF2B5EF4-FFF2-40B4-BE49-F238E27FC236}">
                <a16:creationId xmlns:a16="http://schemas.microsoft.com/office/drawing/2014/main" id="{F2C8D3DF-BD3F-46CD-9F8B-A3115EE878DB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9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9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9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9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9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9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9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9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9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fld id="{03C36768-79C9-49BF-ACC5-6CC3A9118688}" type="slidenum">
              <a:rPr lang="it-IT" altLang="it-IT" sz="1200" smtClean="0">
                <a:solidFill>
                  <a:schemeClr val="tx1"/>
                </a:solidFill>
              </a:rPr>
              <a:pPr/>
              <a:t>21</a:t>
            </a:fld>
            <a:endParaRPr lang="it-IT" altLang="it-IT" sz="1200">
              <a:solidFill>
                <a:schemeClr val="tx1"/>
              </a:solidFill>
            </a:endParaRPr>
          </a:p>
        </p:txBody>
      </p:sp>
      <p:sp>
        <p:nvSpPr>
          <p:cNvPr id="7171" name="Rectangle 2">
            <a:extLst>
              <a:ext uri="{FF2B5EF4-FFF2-40B4-BE49-F238E27FC236}">
                <a16:creationId xmlns:a16="http://schemas.microsoft.com/office/drawing/2014/main" id="{CD02B659-2CCD-4E4D-B62E-5A6AFEEFBA0B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172" name="Rectangle 3">
            <a:extLst>
              <a:ext uri="{FF2B5EF4-FFF2-40B4-BE49-F238E27FC236}">
                <a16:creationId xmlns:a16="http://schemas.microsoft.com/office/drawing/2014/main" id="{1A4A41C4-0B2F-4058-86CF-87F467E7D35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it-IT" altLang="it-IT"/>
          </a:p>
        </p:txBody>
      </p:sp>
    </p:spTree>
    <p:extLst>
      <p:ext uri="{BB962C8B-B14F-4D97-AF65-F5344CB8AC3E}">
        <p14:creationId xmlns:p14="http://schemas.microsoft.com/office/powerpoint/2010/main" val="1418422392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7">
            <a:extLst>
              <a:ext uri="{FF2B5EF4-FFF2-40B4-BE49-F238E27FC236}">
                <a16:creationId xmlns:a16="http://schemas.microsoft.com/office/drawing/2014/main" id="{F2C8D3DF-BD3F-46CD-9F8B-A3115EE878DB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9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9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9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9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9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9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9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9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9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fld id="{03C36768-79C9-49BF-ACC5-6CC3A9118688}" type="slidenum">
              <a:rPr lang="it-IT" altLang="it-IT" sz="1200" smtClean="0">
                <a:solidFill>
                  <a:schemeClr val="tx1"/>
                </a:solidFill>
              </a:rPr>
              <a:pPr/>
              <a:t>22</a:t>
            </a:fld>
            <a:endParaRPr lang="it-IT" altLang="it-IT" sz="1200">
              <a:solidFill>
                <a:schemeClr val="tx1"/>
              </a:solidFill>
            </a:endParaRPr>
          </a:p>
        </p:txBody>
      </p:sp>
      <p:sp>
        <p:nvSpPr>
          <p:cNvPr id="7171" name="Rectangle 2">
            <a:extLst>
              <a:ext uri="{FF2B5EF4-FFF2-40B4-BE49-F238E27FC236}">
                <a16:creationId xmlns:a16="http://schemas.microsoft.com/office/drawing/2014/main" id="{CD02B659-2CCD-4E4D-B62E-5A6AFEEFBA0B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172" name="Rectangle 3">
            <a:extLst>
              <a:ext uri="{FF2B5EF4-FFF2-40B4-BE49-F238E27FC236}">
                <a16:creationId xmlns:a16="http://schemas.microsoft.com/office/drawing/2014/main" id="{1A4A41C4-0B2F-4058-86CF-87F467E7D35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it-IT" altLang="it-IT"/>
          </a:p>
        </p:txBody>
      </p:sp>
    </p:spTree>
    <p:extLst>
      <p:ext uri="{BB962C8B-B14F-4D97-AF65-F5344CB8AC3E}">
        <p14:creationId xmlns:p14="http://schemas.microsoft.com/office/powerpoint/2010/main" val="3885748412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7">
            <a:extLst>
              <a:ext uri="{FF2B5EF4-FFF2-40B4-BE49-F238E27FC236}">
                <a16:creationId xmlns:a16="http://schemas.microsoft.com/office/drawing/2014/main" id="{F2C8D3DF-BD3F-46CD-9F8B-A3115EE878DB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9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9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9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9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9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9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9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9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9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fld id="{03C36768-79C9-49BF-ACC5-6CC3A9118688}" type="slidenum">
              <a:rPr lang="it-IT" altLang="it-IT" sz="1200" smtClean="0">
                <a:solidFill>
                  <a:schemeClr val="tx1"/>
                </a:solidFill>
              </a:rPr>
              <a:pPr/>
              <a:t>23</a:t>
            </a:fld>
            <a:endParaRPr lang="it-IT" altLang="it-IT" sz="1200">
              <a:solidFill>
                <a:schemeClr val="tx1"/>
              </a:solidFill>
            </a:endParaRPr>
          </a:p>
        </p:txBody>
      </p:sp>
      <p:sp>
        <p:nvSpPr>
          <p:cNvPr id="7171" name="Rectangle 2">
            <a:extLst>
              <a:ext uri="{FF2B5EF4-FFF2-40B4-BE49-F238E27FC236}">
                <a16:creationId xmlns:a16="http://schemas.microsoft.com/office/drawing/2014/main" id="{CD02B659-2CCD-4E4D-B62E-5A6AFEEFBA0B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172" name="Rectangle 3">
            <a:extLst>
              <a:ext uri="{FF2B5EF4-FFF2-40B4-BE49-F238E27FC236}">
                <a16:creationId xmlns:a16="http://schemas.microsoft.com/office/drawing/2014/main" id="{1A4A41C4-0B2F-4058-86CF-87F467E7D35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it-IT" altLang="it-IT"/>
          </a:p>
        </p:txBody>
      </p:sp>
    </p:spTree>
    <p:extLst>
      <p:ext uri="{BB962C8B-B14F-4D97-AF65-F5344CB8AC3E}">
        <p14:creationId xmlns:p14="http://schemas.microsoft.com/office/powerpoint/2010/main" val="801166818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7">
            <a:extLst>
              <a:ext uri="{FF2B5EF4-FFF2-40B4-BE49-F238E27FC236}">
                <a16:creationId xmlns:a16="http://schemas.microsoft.com/office/drawing/2014/main" id="{F2C8D3DF-BD3F-46CD-9F8B-A3115EE878DB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9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9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9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9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9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9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9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9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9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fld id="{03C36768-79C9-49BF-ACC5-6CC3A9118688}" type="slidenum">
              <a:rPr lang="it-IT" altLang="it-IT" sz="1200" smtClean="0">
                <a:solidFill>
                  <a:schemeClr val="tx1"/>
                </a:solidFill>
              </a:rPr>
              <a:pPr/>
              <a:t>24</a:t>
            </a:fld>
            <a:endParaRPr lang="it-IT" altLang="it-IT" sz="1200">
              <a:solidFill>
                <a:schemeClr val="tx1"/>
              </a:solidFill>
            </a:endParaRPr>
          </a:p>
        </p:txBody>
      </p:sp>
      <p:sp>
        <p:nvSpPr>
          <p:cNvPr id="7171" name="Rectangle 2">
            <a:extLst>
              <a:ext uri="{FF2B5EF4-FFF2-40B4-BE49-F238E27FC236}">
                <a16:creationId xmlns:a16="http://schemas.microsoft.com/office/drawing/2014/main" id="{CD02B659-2CCD-4E4D-B62E-5A6AFEEFBA0B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172" name="Rectangle 3">
            <a:extLst>
              <a:ext uri="{FF2B5EF4-FFF2-40B4-BE49-F238E27FC236}">
                <a16:creationId xmlns:a16="http://schemas.microsoft.com/office/drawing/2014/main" id="{1A4A41C4-0B2F-4058-86CF-87F467E7D35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it-IT" altLang="it-IT"/>
          </a:p>
        </p:txBody>
      </p:sp>
    </p:spTree>
    <p:extLst>
      <p:ext uri="{BB962C8B-B14F-4D97-AF65-F5344CB8AC3E}">
        <p14:creationId xmlns:p14="http://schemas.microsoft.com/office/powerpoint/2010/main" val="1152094716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7">
            <a:extLst>
              <a:ext uri="{FF2B5EF4-FFF2-40B4-BE49-F238E27FC236}">
                <a16:creationId xmlns:a16="http://schemas.microsoft.com/office/drawing/2014/main" id="{F2C8D3DF-BD3F-46CD-9F8B-A3115EE878DB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9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9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9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9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9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9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9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9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9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fld id="{03C36768-79C9-49BF-ACC5-6CC3A9118688}" type="slidenum">
              <a:rPr lang="it-IT" altLang="it-IT" sz="1200" smtClean="0">
                <a:solidFill>
                  <a:schemeClr val="tx1"/>
                </a:solidFill>
              </a:rPr>
              <a:pPr/>
              <a:t>25</a:t>
            </a:fld>
            <a:endParaRPr lang="it-IT" altLang="it-IT" sz="1200">
              <a:solidFill>
                <a:schemeClr val="tx1"/>
              </a:solidFill>
            </a:endParaRPr>
          </a:p>
        </p:txBody>
      </p:sp>
      <p:sp>
        <p:nvSpPr>
          <p:cNvPr id="7171" name="Rectangle 2">
            <a:extLst>
              <a:ext uri="{FF2B5EF4-FFF2-40B4-BE49-F238E27FC236}">
                <a16:creationId xmlns:a16="http://schemas.microsoft.com/office/drawing/2014/main" id="{CD02B659-2CCD-4E4D-B62E-5A6AFEEFBA0B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172" name="Rectangle 3">
            <a:extLst>
              <a:ext uri="{FF2B5EF4-FFF2-40B4-BE49-F238E27FC236}">
                <a16:creationId xmlns:a16="http://schemas.microsoft.com/office/drawing/2014/main" id="{1A4A41C4-0B2F-4058-86CF-87F467E7D35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it-IT" altLang="it-IT"/>
          </a:p>
        </p:txBody>
      </p:sp>
    </p:spTree>
    <p:extLst>
      <p:ext uri="{BB962C8B-B14F-4D97-AF65-F5344CB8AC3E}">
        <p14:creationId xmlns:p14="http://schemas.microsoft.com/office/powerpoint/2010/main" val="2435661429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7">
            <a:extLst>
              <a:ext uri="{FF2B5EF4-FFF2-40B4-BE49-F238E27FC236}">
                <a16:creationId xmlns:a16="http://schemas.microsoft.com/office/drawing/2014/main" id="{F2C8D3DF-BD3F-46CD-9F8B-A3115EE878DB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9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9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9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9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9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9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9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9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9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fld id="{03C36768-79C9-49BF-ACC5-6CC3A9118688}" type="slidenum">
              <a:rPr lang="it-IT" altLang="it-IT" sz="1200" smtClean="0">
                <a:solidFill>
                  <a:schemeClr val="tx1"/>
                </a:solidFill>
              </a:rPr>
              <a:pPr/>
              <a:t>26</a:t>
            </a:fld>
            <a:endParaRPr lang="it-IT" altLang="it-IT" sz="1200">
              <a:solidFill>
                <a:schemeClr val="tx1"/>
              </a:solidFill>
            </a:endParaRPr>
          </a:p>
        </p:txBody>
      </p:sp>
      <p:sp>
        <p:nvSpPr>
          <p:cNvPr id="7171" name="Rectangle 2">
            <a:extLst>
              <a:ext uri="{FF2B5EF4-FFF2-40B4-BE49-F238E27FC236}">
                <a16:creationId xmlns:a16="http://schemas.microsoft.com/office/drawing/2014/main" id="{CD02B659-2CCD-4E4D-B62E-5A6AFEEFBA0B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172" name="Rectangle 3">
            <a:extLst>
              <a:ext uri="{FF2B5EF4-FFF2-40B4-BE49-F238E27FC236}">
                <a16:creationId xmlns:a16="http://schemas.microsoft.com/office/drawing/2014/main" id="{1A4A41C4-0B2F-4058-86CF-87F467E7D35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it-IT" altLang="it-IT"/>
          </a:p>
        </p:txBody>
      </p:sp>
    </p:spTree>
    <p:extLst>
      <p:ext uri="{BB962C8B-B14F-4D97-AF65-F5344CB8AC3E}">
        <p14:creationId xmlns:p14="http://schemas.microsoft.com/office/powerpoint/2010/main" val="3105120825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7">
            <a:extLst>
              <a:ext uri="{FF2B5EF4-FFF2-40B4-BE49-F238E27FC236}">
                <a16:creationId xmlns:a16="http://schemas.microsoft.com/office/drawing/2014/main" id="{F2C8D3DF-BD3F-46CD-9F8B-A3115EE878DB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9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9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9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9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9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9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9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9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9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fld id="{03C36768-79C9-49BF-ACC5-6CC3A9118688}" type="slidenum">
              <a:rPr lang="it-IT" altLang="it-IT" sz="1200" smtClean="0">
                <a:solidFill>
                  <a:schemeClr val="tx1"/>
                </a:solidFill>
              </a:rPr>
              <a:pPr/>
              <a:t>27</a:t>
            </a:fld>
            <a:endParaRPr lang="it-IT" altLang="it-IT" sz="1200">
              <a:solidFill>
                <a:schemeClr val="tx1"/>
              </a:solidFill>
            </a:endParaRPr>
          </a:p>
        </p:txBody>
      </p:sp>
      <p:sp>
        <p:nvSpPr>
          <p:cNvPr id="7171" name="Rectangle 2">
            <a:extLst>
              <a:ext uri="{FF2B5EF4-FFF2-40B4-BE49-F238E27FC236}">
                <a16:creationId xmlns:a16="http://schemas.microsoft.com/office/drawing/2014/main" id="{CD02B659-2CCD-4E4D-B62E-5A6AFEEFBA0B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172" name="Rectangle 3">
            <a:extLst>
              <a:ext uri="{FF2B5EF4-FFF2-40B4-BE49-F238E27FC236}">
                <a16:creationId xmlns:a16="http://schemas.microsoft.com/office/drawing/2014/main" id="{1A4A41C4-0B2F-4058-86CF-87F467E7D35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it-IT" altLang="it-IT"/>
          </a:p>
        </p:txBody>
      </p:sp>
    </p:spTree>
    <p:extLst>
      <p:ext uri="{BB962C8B-B14F-4D97-AF65-F5344CB8AC3E}">
        <p14:creationId xmlns:p14="http://schemas.microsoft.com/office/powerpoint/2010/main" val="4024637278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7">
            <a:extLst>
              <a:ext uri="{FF2B5EF4-FFF2-40B4-BE49-F238E27FC236}">
                <a16:creationId xmlns:a16="http://schemas.microsoft.com/office/drawing/2014/main" id="{F2C8D3DF-BD3F-46CD-9F8B-A3115EE878DB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9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9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9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9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9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9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9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9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9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fld id="{03C36768-79C9-49BF-ACC5-6CC3A9118688}" type="slidenum">
              <a:rPr lang="it-IT" altLang="it-IT" sz="1200" smtClean="0">
                <a:solidFill>
                  <a:schemeClr val="tx1"/>
                </a:solidFill>
              </a:rPr>
              <a:pPr/>
              <a:t>28</a:t>
            </a:fld>
            <a:endParaRPr lang="it-IT" altLang="it-IT" sz="1200">
              <a:solidFill>
                <a:schemeClr val="tx1"/>
              </a:solidFill>
            </a:endParaRPr>
          </a:p>
        </p:txBody>
      </p:sp>
      <p:sp>
        <p:nvSpPr>
          <p:cNvPr id="7171" name="Rectangle 2">
            <a:extLst>
              <a:ext uri="{FF2B5EF4-FFF2-40B4-BE49-F238E27FC236}">
                <a16:creationId xmlns:a16="http://schemas.microsoft.com/office/drawing/2014/main" id="{CD02B659-2CCD-4E4D-B62E-5A6AFEEFBA0B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172" name="Rectangle 3">
            <a:extLst>
              <a:ext uri="{FF2B5EF4-FFF2-40B4-BE49-F238E27FC236}">
                <a16:creationId xmlns:a16="http://schemas.microsoft.com/office/drawing/2014/main" id="{1A4A41C4-0B2F-4058-86CF-87F467E7D35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it-IT" altLang="it-IT"/>
          </a:p>
        </p:txBody>
      </p:sp>
    </p:spTree>
    <p:extLst>
      <p:ext uri="{BB962C8B-B14F-4D97-AF65-F5344CB8AC3E}">
        <p14:creationId xmlns:p14="http://schemas.microsoft.com/office/powerpoint/2010/main" val="91192878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7">
            <a:extLst>
              <a:ext uri="{FF2B5EF4-FFF2-40B4-BE49-F238E27FC236}">
                <a16:creationId xmlns:a16="http://schemas.microsoft.com/office/drawing/2014/main" id="{F2C8D3DF-BD3F-46CD-9F8B-A3115EE878DB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9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9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9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9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9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9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9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9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9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fld id="{03C36768-79C9-49BF-ACC5-6CC3A9118688}" type="slidenum">
              <a:rPr lang="it-IT" altLang="it-IT" sz="1200" smtClean="0">
                <a:solidFill>
                  <a:schemeClr val="tx1"/>
                </a:solidFill>
              </a:rPr>
              <a:pPr/>
              <a:t>29</a:t>
            </a:fld>
            <a:endParaRPr lang="it-IT" altLang="it-IT" sz="1200">
              <a:solidFill>
                <a:schemeClr val="tx1"/>
              </a:solidFill>
            </a:endParaRPr>
          </a:p>
        </p:txBody>
      </p:sp>
      <p:sp>
        <p:nvSpPr>
          <p:cNvPr id="7171" name="Rectangle 2">
            <a:extLst>
              <a:ext uri="{FF2B5EF4-FFF2-40B4-BE49-F238E27FC236}">
                <a16:creationId xmlns:a16="http://schemas.microsoft.com/office/drawing/2014/main" id="{CD02B659-2CCD-4E4D-B62E-5A6AFEEFBA0B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172" name="Rectangle 3">
            <a:extLst>
              <a:ext uri="{FF2B5EF4-FFF2-40B4-BE49-F238E27FC236}">
                <a16:creationId xmlns:a16="http://schemas.microsoft.com/office/drawing/2014/main" id="{1A4A41C4-0B2F-4058-86CF-87F467E7D35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it-IT" altLang="it-IT"/>
          </a:p>
        </p:txBody>
      </p:sp>
    </p:spTree>
    <p:extLst>
      <p:ext uri="{BB962C8B-B14F-4D97-AF65-F5344CB8AC3E}">
        <p14:creationId xmlns:p14="http://schemas.microsoft.com/office/powerpoint/2010/main" val="2215032078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7">
            <a:extLst>
              <a:ext uri="{FF2B5EF4-FFF2-40B4-BE49-F238E27FC236}">
                <a16:creationId xmlns:a16="http://schemas.microsoft.com/office/drawing/2014/main" id="{F2C8D3DF-BD3F-46CD-9F8B-A3115EE878DB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9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9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9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9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9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9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9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9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9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fld id="{03C36768-79C9-49BF-ACC5-6CC3A9118688}" type="slidenum">
              <a:rPr lang="it-IT" altLang="it-IT" sz="1200" smtClean="0">
                <a:solidFill>
                  <a:schemeClr val="tx1"/>
                </a:solidFill>
              </a:rPr>
              <a:pPr/>
              <a:t>30</a:t>
            </a:fld>
            <a:endParaRPr lang="it-IT" altLang="it-IT" sz="1200">
              <a:solidFill>
                <a:schemeClr val="tx1"/>
              </a:solidFill>
            </a:endParaRPr>
          </a:p>
        </p:txBody>
      </p:sp>
      <p:sp>
        <p:nvSpPr>
          <p:cNvPr id="7171" name="Rectangle 2">
            <a:extLst>
              <a:ext uri="{FF2B5EF4-FFF2-40B4-BE49-F238E27FC236}">
                <a16:creationId xmlns:a16="http://schemas.microsoft.com/office/drawing/2014/main" id="{CD02B659-2CCD-4E4D-B62E-5A6AFEEFBA0B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172" name="Rectangle 3">
            <a:extLst>
              <a:ext uri="{FF2B5EF4-FFF2-40B4-BE49-F238E27FC236}">
                <a16:creationId xmlns:a16="http://schemas.microsoft.com/office/drawing/2014/main" id="{1A4A41C4-0B2F-4058-86CF-87F467E7D35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it-IT" altLang="it-IT"/>
          </a:p>
        </p:txBody>
      </p:sp>
    </p:spTree>
    <p:extLst>
      <p:ext uri="{BB962C8B-B14F-4D97-AF65-F5344CB8AC3E}">
        <p14:creationId xmlns:p14="http://schemas.microsoft.com/office/powerpoint/2010/main" val="3623777574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7">
            <a:extLst>
              <a:ext uri="{FF2B5EF4-FFF2-40B4-BE49-F238E27FC236}">
                <a16:creationId xmlns:a16="http://schemas.microsoft.com/office/drawing/2014/main" id="{F2C8D3DF-BD3F-46CD-9F8B-A3115EE878DB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9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9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9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9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9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9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9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9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9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fld id="{03C36768-79C9-49BF-ACC5-6CC3A9118688}" type="slidenum">
              <a:rPr lang="it-IT" altLang="it-IT" sz="1200" smtClean="0">
                <a:solidFill>
                  <a:schemeClr val="tx1"/>
                </a:solidFill>
              </a:rPr>
              <a:pPr/>
              <a:t>31</a:t>
            </a:fld>
            <a:endParaRPr lang="it-IT" altLang="it-IT" sz="1200">
              <a:solidFill>
                <a:schemeClr val="tx1"/>
              </a:solidFill>
            </a:endParaRPr>
          </a:p>
        </p:txBody>
      </p:sp>
      <p:sp>
        <p:nvSpPr>
          <p:cNvPr id="7171" name="Rectangle 2">
            <a:extLst>
              <a:ext uri="{FF2B5EF4-FFF2-40B4-BE49-F238E27FC236}">
                <a16:creationId xmlns:a16="http://schemas.microsoft.com/office/drawing/2014/main" id="{CD02B659-2CCD-4E4D-B62E-5A6AFEEFBA0B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172" name="Rectangle 3">
            <a:extLst>
              <a:ext uri="{FF2B5EF4-FFF2-40B4-BE49-F238E27FC236}">
                <a16:creationId xmlns:a16="http://schemas.microsoft.com/office/drawing/2014/main" id="{1A4A41C4-0B2F-4058-86CF-87F467E7D35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it-IT" altLang="it-IT"/>
          </a:p>
        </p:txBody>
      </p:sp>
    </p:spTree>
    <p:extLst>
      <p:ext uri="{BB962C8B-B14F-4D97-AF65-F5344CB8AC3E}">
        <p14:creationId xmlns:p14="http://schemas.microsoft.com/office/powerpoint/2010/main" val="2080858849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7">
            <a:extLst>
              <a:ext uri="{FF2B5EF4-FFF2-40B4-BE49-F238E27FC236}">
                <a16:creationId xmlns:a16="http://schemas.microsoft.com/office/drawing/2014/main" id="{F2C8D3DF-BD3F-46CD-9F8B-A3115EE878DB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9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9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9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9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9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9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9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9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9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fld id="{03C36768-79C9-49BF-ACC5-6CC3A9118688}" type="slidenum">
              <a:rPr lang="it-IT" altLang="it-IT" sz="1200" smtClean="0">
                <a:solidFill>
                  <a:schemeClr val="tx1"/>
                </a:solidFill>
              </a:rPr>
              <a:pPr/>
              <a:t>32</a:t>
            </a:fld>
            <a:endParaRPr lang="it-IT" altLang="it-IT" sz="1200">
              <a:solidFill>
                <a:schemeClr val="tx1"/>
              </a:solidFill>
            </a:endParaRPr>
          </a:p>
        </p:txBody>
      </p:sp>
      <p:sp>
        <p:nvSpPr>
          <p:cNvPr id="7171" name="Rectangle 2">
            <a:extLst>
              <a:ext uri="{FF2B5EF4-FFF2-40B4-BE49-F238E27FC236}">
                <a16:creationId xmlns:a16="http://schemas.microsoft.com/office/drawing/2014/main" id="{CD02B659-2CCD-4E4D-B62E-5A6AFEEFBA0B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172" name="Rectangle 3">
            <a:extLst>
              <a:ext uri="{FF2B5EF4-FFF2-40B4-BE49-F238E27FC236}">
                <a16:creationId xmlns:a16="http://schemas.microsoft.com/office/drawing/2014/main" id="{1A4A41C4-0B2F-4058-86CF-87F467E7D35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it-IT" altLang="it-IT"/>
          </a:p>
        </p:txBody>
      </p:sp>
    </p:spTree>
    <p:extLst>
      <p:ext uri="{BB962C8B-B14F-4D97-AF65-F5344CB8AC3E}">
        <p14:creationId xmlns:p14="http://schemas.microsoft.com/office/powerpoint/2010/main" val="629635616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7">
            <a:extLst>
              <a:ext uri="{FF2B5EF4-FFF2-40B4-BE49-F238E27FC236}">
                <a16:creationId xmlns:a16="http://schemas.microsoft.com/office/drawing/2014/main" id="{F2C8D3DF-BD3F-46CD-9F8B-A3115EE878DB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9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9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9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9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9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9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9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9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9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fld id="{03C36768-79C9-49BF-ACC5-6CC3A9118688}" type="slidenum">
              <a:rPr lang="it-IT" altLang="it-IT" sz="1200" smtClean="0">
                <a:solidFill>
                  <a:schemeClr val="tx1"/>
                </a:solidFill>
              </a:rPr>
              <a:pPr/>
              <a:t>33</a:t>
            </a:fld>
            <a:endParaRPr lang="it-IT" altLang="it-IT" sz="1200">
              <a:solidFill>
                <a:schemeClr val="tx1"/>
              </a:solidFill>
            </a:endParaRPr>
          </a:p>
        </p:txBody>
      </p:sp>
      <p:sp>
        <p:nvSpPr>
          <p:cNvPr id="7171" name="Rectangle 2">
            <a:extLst>
              <a:ext uri="{FF2B5EF4-FFF2-40B4-BE49-F238E27FC236}">
                <a16:creationId xmlns:a16="http://schemas.microsoft.com/office/drawing/2014/main" id="{CD02B659-2CCD-4E4D-B62E-5A6AFEEFBA0B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172" name="Rectangle 3">
            <a:extLst>
              <a:ext uri="{FF2B5EF4-FFF2-40B4-BE49-F238E27FC236}">
                <a16:creationId xmlns:a16="http://schemas.microsoft.com/office/drawing/2014/main" id="{1A4A41C4-0B2F-4058-86CF-87F467E7D35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it-IT" altLang="it-IT"/>
          </a:p>
        </p:txBody>
      </p:sp>
    </p:spTree>
    <p:extLst>
      <p:ext uri="{BB962C8B-B14F-4D97-AF65-F5344CB8AC3E}">
        <p14:creationId xmlns:p14="http://schemas.microsoft.com/office/powerpoint/2010/main" val="244469672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7">
            <a:extLst>
              <a:ext uri="{FF2B5EF4-FFF2-40B4-BE49-F238E27FC236}">
                <a16:creationId xmlns:a16="http://schemas.microsoft.com/office/drawing/2014/main" id="{F2C8D3DF-BD3F-46CD-9F8B-A3115EE878DB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9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9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9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9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9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9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9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9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9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fld id="{03C36768-79C9-49BF-ACC5-6CC3A9118688}" type="slidenum">
              <a:rPr lang="it-IT" altLang="it-IT" sz="1200" smtClean="0">
                <a:solidFill>
                  <a:schemeClr val="tx1"/>
                </a:solidFill>
              </a:rPr>
              <a:pPr/>
              <a:t>34</a:t>
            </a:fld>
            <a:endParaRPr lang="it-IT" altLang="it-IT" sz="1200">
              <a:solidFill>
                <a:schemeClr val="tx1"/>
              </a:solidFill>
            </a:endParaRPr>
          </a:p>
        </p:txBody>
      </p:sp>
      <p:sp>
        <p:nvSpPr>
          <p:cNvPr id="7171" name="Rectangle 2">
            <a:extLst>
              <a:ext uri="{FF2B5EF4-FFF2-40B4-BE49-F238E27FC236}">
                <a16:creationId xmlns:a16="http://schemas.microsoft.com/office/drawing/2014/main" id="{CD02B659-2CCD-4E4D-B62E-5A6AFEEFBA0B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172" name="Rectangle 3">
            <a:extLst>
              <a:ext uri="{FF2B5EF4-FFF2-40B4-BE49-F238E27FC236}">
                <a16:creationId xmlns:a16="http://schemas.microsoft.com/office/drawing/2014/main" id="{1A4A41C4-0B2F-4058-86CF-87F467E7D35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it-IT" altLang="it-IT"/>
          </a:p>
        </p:txBody>
      </p:sp>
    </p:spTree>
    <p:extLst>
      <p:ext uri="{BB962C8B-B14F-4D97-AF65-F5344CB8AC3E}">
        <p14:creationId xmlns:p14="http://schemas.microsoft.com/office/powerpoint/2010/main" val="2098569138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7">
            <a:extLst>
              <a:ext uri="{FF2B5EF4-FFF2-40B4-BE49-F238E27FC236}">
                <a16:creationId xmlns:a16="http://schemas.microsoft.com/office/drawing/2014/main" id="{F2C8D3DF-BD3F-46CD-9F8B-A3115EE878DB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9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9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9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9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9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9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9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9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9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fld id="{03C36768-79C9-49BF-ACC5-6CC3A9118688}" type="slidenum">
              <a:rPr lang="it-IT" altLang="it-IT" sz="1200" smtClean="0">
                <a:solidFill>
                  <a:schemeClr val="tx1"/>
                </a:solidFill>
              </a:rPr>
              <a:pPr/>
              <a:t>35</a:t>
            </a:fld>
            <a:endParaRPr lang="it-IT" altLang="it-IT" sz="1200">
              <a:solidFill>
                <a:schemeClr val="tx1"/>
              </a:solidFill>
            </a:endParaRPr>
          </a:p>
        </p:txBody>
      </p:sp>
      <p:sp>
        <p:nvSpPr>
          <p:cNvPr id="7171" name="Rectangle 2">
            <a:extLst>
              <a:ext uri="{FF2B5EF4-FFF2-40B4-BE49-F238E27FC236}">
                <a16:creationId xmlns:a16="http://schemas.microsoft.com/office/drawing/2014/main" id="{CD02B659-2CCD-4E4D-B62E-5A6AFEEFBA0B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172" name="Rectangle 3">
            <a:extLst>
              <a:ext uri="{FF2B5EF4-FFF2-40B4-BE49-F238E27FC236}">
                <a16:creationId xmlns:a16="http://schemas.microsoft.com/office/drawing/2014/main" id="{1A4A41C4-0B2F-4058-86CF-87F467E7D35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it-IT" altLang="it-IT"/>
          </a:p>
        </p:txBody>
      </p:sp>
    </p:spTree>
    <p:extLst>
      <p:ext uri="{BB962C8B-B14F-4D97-AF65-F5344CB8AC3E}">
        <p14:creationId xmlns:p14="http://schemas.microsoft.com/office/powerpoint/2010/main" val="3861305536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7">
            <a:extLst>
              <a:ext uri="{FF2B5EF4-FFF2-40B4-BE49-F238E27FC236}">
                <a16:creationId xmlns:a16="http://schemas.microsoft.com/office/drawing/2014/main" id="{F2C8D3DF-BD3F-46CD-9F8B-A3115EE878DB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9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9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9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9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9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9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9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9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9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fld id="{03C36768-79C9-49BF-ACC5-6CC3A9118688}" type="slidenum">
              <a:rPr lang="it-IT" altLang="it-IT" sz="1200" smtClean="0">
                <a:solidFill>
                  <a:schemeClr val="tx1"/>
                </a:solidFill>
              </a:rPr>
              <a:pPr/>
              <a:t>36</a:t>
            </a:fld>
            <a:endParaRPr lang="it-IT" altLang="it-IT" sz="1200">
              <a:solidFill>
                <a:schemeClr val="tx1"/>
              </a:solidFill>
            </a:endParaRPr>
          </a:p>
        </p:txBody>
      </p:sp>
      <p:sp>
        <p:nvSpPr>
          <p:cNvPr id="7171" name="Rectangle 2">
            <a:extLst>
              <a:ext uri="{FF2B5EF4-FFF2-40B4-BE49-F238E27FC236}">
                <a16:creationId xmlns:a16="http://schemas.microsoft.com/office/drawing/2014/main" id="{CD02B659-2CCD-4E4D-B62E-5A6AFEEFBA0B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172" name="Rectangle 3">
            <a:extLst>
              <a:ext uri="{FF2B5EF4-FFF2-40B4-BE49-F238E27FC236}">
                <a16:creationId xmlns:a16="http://schemas.microsoft.com/office/drawing/2014/main" id="{1A4A41C4-0B2F-4058-86CF-87F467E7D35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it-IT" altLang="it-IT"/>
          </a:p>
        </p:txBody>
      </p:sp>
    </p:spTree>
    <p:extLst>
      <p:ext uri="{BB962C8B-B14F-4D97-AF65-F5344CB8AC3E}">
        <p14:creationId xmlns:p14="http://schemas.microsoft.com/office/powerpoint/2010/main" val="1115801385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7">
            <a:extLst>
              <a:ext uri="{FF2B5EF4-FFF2-40B4-BE49-F238E27FC236}">
                <a16:creationId xmlns:a16="http://schemas.microsoft.com/office/drawing/2014/main" id="{F2C8D3DF-BD3F-46CD-9F8B-A3115EE878DB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9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9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9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9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9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9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9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9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9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fld id="{03C36768-79C9-49BF-ACC5-6CC3A9118688}" type="slidenum">
              <a:rPr lang="it-IT" altLang="it-IT" sz="1200" smtClean="0">
                <a:solidFill>
                  <a:schemeClr val="tx1"/>
                </a:solidFill>
              </a:rPr>
              <a:pPr/>
              <a:t>37</a:t>
            </a:fld>
            <a:endParaRPr lang="it-IT" altLang="it-IT" sz="1200">
              <a:solidFill>
                <a:schemeClr val="tx1"/>
              </a:solidFill>
            </a:endParaRPr>
          </a:p>
        </p:txBody>
      </p:sp>
      <p:sp>
        <p:nvSpPr>
          <p:cNvPr id="7171" name="Rectangle 2">
            <a:extLst>
              <a:ext uri="{FF2B5EF4-FFF2-40B4-BE49-F238E27FC236}">
                <a16:creationId xmlns:a16="http://schemas.microsoft.com/office/drawing/2014/main" id="{CD02B659-2CCD-4E4D-B62E-5A6AFEEFBA0B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172" name="Rectangle 3">
            <a:extLst>
              <a:ext uri="{FF2B5EF4-FFF2-40B4-BE49-F238E27FC236}">
                <a16:creationId xmlns:a16="http://schemas.microsoft.com/office/drawing/2014/main" id="{1A4A41C4-0B2F-4058-86CF-87F467E7D35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it-IT" altLang="it-IT"/>
          </a:p>
        </p:txBody>
      </p:sp>
    </p:spTree>
    <p:extLst>
      <p:ext uri="{BB962C8B-B14F-4D97-AF65-F5344CB8AC3E}">
        <p14:creationId xmlns:p14="http://schemas.microsoft.com/office/powerpoint/2010/main" val="2756332752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7">
            <a:extLst>
              <a:ext uri="{FF2B5EF4-FFF2-40B4-BE49-F238E27FC236}">
                <a16:creationId xmlns:a16="http://schemas.microsoft.com/office/drawing/2014/main" id="{F2C8D3DF-BD3F-46CD-9F8B-A3115EE878DB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9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9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9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9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9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9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9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9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9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fld id="{03C36768-79C9-49BF-ACC5-6CC3A9118688}" type="slidenum">
              <a:rPr lang="it-IT" altLang="it-IT" sz="1200" smtClean="0">
                <a:solidFill>
                  <a:schemeClr val="tx1"/>
                </a:solidFill>
              </a:rPr>
              <a:pPr/>
              <a:t>38</a:t>
            </a:fld>
            <a:endParaRPr lang="it-IT" altLang="it-IT" sz="1200">
              <a:solidFill>
                <a:schemeClr val="tx1"/>
              </a:solidFill>
            </a:endParaRPr>
          </a:p>
        </p:txBody>
      </p:sp>
      <p:sp>
        <p:nvSpPr>
          <p:cNvPr id="7171" name="Rectangle 2">
            <a:extLst>
              <a:ext uri="{FF2B5EF4-FFF2-40B4-BE49-F238E27FC236}">
                <a16:creationId xmlns:a16="http://schemas.microsoft.com/office/drawing/2014/main" id="{CD02B659-2CCD-4E4D-B62E-5A6AFEEFBA0B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172" name="Rectangle 3">
            <a:extLst>
              <a:ext uri="{FF2B5EF4-FFF2-40B4-BE49-F238E27FC236}">
                <a16:creationId xmlns:a16="http://schemas.microsoft.com/office/drawing/2014/main" id="{1A4A41C4-0B2F-4058-86CF-87F467E7D35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it-IT" altLang="it-IT"/>
          </a:p>
        </p:txBody>
      </p:sp>
    </p:spTree>
    <p:extLst>
      <p:ext uri="{BB962C8B-B14F-4D97-AF65-F5344CB8AC3E}">
        <p14:creationId xmlns:p14="http://schemas.microsoft.com/office/powerpoint/2010/main" val="25750966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7">
            <a:extLst>
              <a:ext uri="{FF2B5EF4-FFF2-40B4-BE49-F238E27FC236}">
                <a16:creationId xmlns:a16="http://schemas.microsoft.com/office/drawing/2014/main" id="{F2C8D3DF-BD3F-46CD-9F8B-A3115EE878DB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9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9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9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9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9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9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9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9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9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fld id="{03C36768-79C9-49BF-ACC5-6CC3A9118688}" type="slidenum">
              <a:rPr lang="it-IT" altLang="it-IT" sz="1200" smtClean="0">
                <a:solidFill>
                  <a:schemeClr val="tx1"/>
                </a:solidFill>
              </a:rPr>
              <a:pPr/>
              <a:t>39</a:t>
            </a:fld>
            <a:endParaRPr lang="it-IT" altLang="it-IT" sz="1200">
              <a:solidFill>
                <a:schemeClr val="tx1"/>
              </a:solidFill>
            </a:endParaRPr>
          </a:p>
        </p:txBody>
      </p:sp>
      <p:sp>
        <p:nvSpPr>
          <p:cNvPr id="7171" name="Rectangle 2">
            <a:extLst>
              <a:ext uri="{FF2B5EF4-FFF2-40B4-BE49-F238E27FC236}">
                <a16:creationId xmlns:a16="http://schemas.microsoft.com/office/drawing/2014/main" id="{CD02B659-2CCD-4E4D-B62E-5A6AFEEFBA0B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172" name="Rectangle 3">
            <a:extLst>
              <a:ext uri="{FF2B5EF4-FFF2-40B4-BE49-F238E27FC236}">
                <a16:creationId xmlns:a16="http://schemas.microsoft.com/office/drawing/2014/main" id="{1A4A41C4-0B2F-4058-86CF-87F467E7D35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it-IT" altLang="it-IT"/>
          </a:p>
        </p:txBody>
      </p:sp>
    </p:spTree>
    <p:extLst>
      <p:ext uri="{BB962C8B-B14F-4D97-AF65-F5344CB8AC3E}">
        <p14:creationId xmlns:p14="http://schemas.microsoft.com/office/powerpoint/2010/main" val="2753673367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7">
            <a:extLst>
              <a:ext uri="{FF2B5EF4-FFF2-40B4-BE49-F238E27FC236}">
                <a16:creationId xmlns:a16="http://schemas.microsoft.com/office/drawing/2014/main" id="{F2C8D3DF-BD3F-46CD-9F8B-A3115EE878DB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9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9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9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9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9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9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9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9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9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fld id="{03C36768-79C9-49BF-ACC5-6CC3A9118688}" type="slidenum">
              <a:rPr lang="it-IT" altLang="it-IT" sz="1200" smtClean="0">
                <a:solidFill>
                  <a:schemeClr val="tx1"/>
                </a:solidFill>
              </a:rPr>
              <a:pPr/>
              <a:t>40</a:t>
            </a:fld>
            <a:endParaRPr lang="it-IT" altLang="it-IT" sz="1200">
              <a:solidFill>
                <a:schemeClr val="tx1"/>
              </a:solidFill>
            </a:endParaRPr>
          </a:p>
        </p:txBody>
      </p:sp>
      <p:sp>
        <p:nvSpPr>
          <p:cNvPr id="7171" name="Rectangle 2">
            <a:extLst>
              <a:ext uri="{FF2B5EF4-FFF2-40B4-BE49-F238E27FC236}">
                <a16:creationId xmlns:a16="http://schemas.microsoft.com/office/drawing/2014/main" id="{CD02B659-2CCD-4E4D-B62E-5A6AFEEFBA0B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172" name="Rectangle 3">
            <a:extLst>
              <a:ext uri="{FF2B5EF4-FFF2-40B4-BE49-F238E27FC236}">
                <a16:creationId xmlns:a16="http://schemas.microsoft.com/office/drawing/2014/main" id="{1A4A41C4-0B2F-4058-86CF-87F467E7D35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it-IT" altLang="it-IT"/>
          </a:p>
        </p:txBody>
      </p:sp>
    </p:spTree>
    <p:extLst>
      <p:ext uri="{BB962C8B-B14F-4D97-AF65-F5344CB8AC3E}">
        <p14:creationId xmlns:p14="http://schemas.microsoft.com/office/powerpoint/2010/main" val="3402704195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7">
            <a:extLst>
              <a:ext uri="{FF2B5EF4-FFF2-40B4-BE49-F238E27FC236}">
                <a16:creationId xmlns:a16="http://schemas.microsoft.com/office/drawing/2014/main" id="{F2C8D3DF-BD3F-46CD-9F8B-A3115EE878DB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9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9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9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9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9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9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9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9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9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fld id="{03C36768-79C9-49BF-ACC5-6CC3A9118688}" type="slidenum">
              <a:rPr lang="it-IT" altLang="it-IT" sz="1200" smtClean="0">
                <a:solidFill>
                  <a:schemeClr val="tx1"/>
                </a:solidFill>
              </a:rPr>
              <a:pPr/>
              <a:t>41</a:t>
            </a:fld>
            <a:endParaRPr lang="it-IT" altLang="it-IT" sz="1200">
              <a:solidFill>
                <a:schemeClr val="tx1"/>
              </a:solidFill>
            </a:endParaRPr>
          </a:p>
        </p:txBody>
      </p:sp>
      <p:sp>
        <p:nvSpPr>
          <p:cNvPr id="7171" name="Rectangle 2">
            <a:extLst>
              <a:ext uri="{FF2B5EF4-FFF2-40B4-BE49-F238E27FC236}">
                <a16:creationId xmlns:a16="http://schemas.microsoft.com/office/drawing/2014/main" id="{CD02B659-2CCD-4E4D-B62E-5A6AFEEFBA0B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172" name="Rectangle 3">
            <a:extLst>
              <a:ext uri="{FF2B5EF4-FFF2-40B4-BE49-F238E27FC236}">
                <a16:creationId xmlns:a16="http://schemas.microsoft.com/office/drawing/2014/main" id="{1A4A41C4-0B2F-4058-86CF-87F467E7D35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it-IT" altLang="it-IT"/>
          </a:p>
        </p:txBody>
      </p:sp>
    </p:spTree>
    <p:extLst>
      <p:ext uri="{BB962C8B-B14F-4D97-AF65-F5344CB8AC3E}">
        <p14:creationId xmlns:p14="http://schemas.microsoft.com/office/powerpoint/2010/main" val="129714465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7">
            <a:extLst>
              <a:ext uri="{FF2B5EF4-FFF2-40B4-BE49-F238E27FC236}">
                <a16:creationId xmlns:a16="http://schemas.microsoft.com/office/drawing/2014/main" id="{F2C8D3DF-BD3F-46CD-9F8B-A3115EE878DB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9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9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9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9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9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9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9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9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9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fld id="{03C36768-79C9-49BF-ACC5-6CC3A9118688}" type="slidenum">
              <a:rPr lang="it-IT" altLang="it-IT" sz="1200" smtClean="0">
                <a:solidFill>
                  <a:schemeClr val="tx1"/>
                </a:solidFill>
              </a:rPr>
              <a:pPr/>
              <a:t>42</a:t>
            </a:fld>
            <a:endParaRPr lang="it-IT" altLang="it-IT" sz="1200">
              <a:solidFill>
                <a:schemeClr val="tx1"/>
              </a:solidFill>
            </a:endParaRPr>
          </a:p>
        </p:txBody>
      </p:sp>
      <p:sp>
        <p:nvSpPr>
          <p:cNvPr id="7171" name="Rectangle 2">
            <a:extLst>
              <a:ext uri="{FF2B5EF4-FFF2-40B4-BE49-F238E27FC236}">
                <a16:creationId xmlns:a16="http://schemas.microsoft.com/office/drawing/2014/main" id="{CD02B659-2CCD-4E4D-B62E-5A6AFEEFBA0B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172" name="Rectangle 3">
            <a:extLst>
              <a:ext uri="{FF2B5EF4-FFF2-40B4-BE49-F238E27FC236}">
                <a16:creationId xmlns:a16="http://schemas.microsoft.com/office/drawing/2014/main" id="{1A4A41C4-0B2F-4058-86CF-87F467E7D35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it-IT" altLang="it-IT"/>
          </a:p>
        </p:txBody>
      </p:sp>
    </p:spTree>
    <p:extLst>
      <p:ext uri="{BB962C8B-B14F-4D97-AF65-F5344CB8AC3E}">
        <p14:creationId xmlns:p14="http://schemas.microsoft.com/office/powerpoint/2010/main" val="833896038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7">
            <a:extLst>
              <a:ext uri="{FF2B5EF4-FFF2-40B4-BE49-F238E27FC236}">
                <a16:creationId xmlns:a16="http://schemas.microsoft.com/office/drawing/2014/main" id="{F2C8D3DF-BD3F-46CD-9F8B-A3115EE878DB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9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9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9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9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9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9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9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9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9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fld id="{03C36768-79C9-49BF-ACC5-6CC3A9118688}" type="slidenum">
              <a:rPr lang="it-IT" altLang="it-IT" sz="1200" smtClean="0">
                <a:solidFill>
                  <a:schemeClr val="tx1"/>
                </a:solidFill>
              </a:rPr>
              <a:pPr/>
              <a:t>43</a:t>
            </a:fld>
            <a:endParaRPr lang="it-IT" altLang="it-IT" sz="1200">
              <a:solidFill>
                <a:schemeClr val="tx1"/>
              </a:solidFill>
            </a:endParaRPr>
          </a:p>
        </p:txBody>
      </p:sp>
      <p:sp>
        <p:nvSpPr>
          <p:cNvPr id="7171" name="Rectangle 2">
            <a:extLst>
              <a:ext uri="{FF2B5EF4-FFF2-40B4-BE49-F238E27FC236}">
                <a16:creationId xmlns:a16="http://schemas.microsoft.com/office/drawing/2014/main" id="{CD02B659-2CCD-4E4D-B62E-5A6AFEEFBA0B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172" name="Rectangle 3">
            <a:extLst>
              <a:ext uri="{FF2B5EF4-FFF2-40B4-BE49-F238E27FC236}">
                <a16:creationId xmlns:a16="http://schemas.microsoft.com/office/drawing/2014/main" id="{1A4A41C4-0B2F-4058-86CF-87F467E7D35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it-IT" altLang="it-IT"/>
          </a:p>
        </p:txBody>
      </p:sp>
    </p:spTree>
    <p:extLst>
      <p:ext uri="{BB962C8B-B14F-4D97-AF65-F5344CB8AC3E}">
        <p14:creationId xmlns:p14="http://schemas.microsoft.com/office/powerpoint/2010/main" val="2241837092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7">
            <a:extLst>
              <a:ext uri="{FF2B5EF4-FFF2-40B4-BE49-F238E27FC236}">
                <a16:creationId xmlns:a16="http://schemas.microsoft.com/office/drawing/2014/main" id="{F2C8D3DF-BD3F-46CD-9F8B-A3115EE878DB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9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9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9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9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9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9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9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9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9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fld id="{03C36768-79C9-49BF-ACC5-6CC3A9118688}" type="slidenum">
              <a:rPr lang="it-IT" altLang="it-IT" sz="1200" smtClean="0">
                <a:solidFill>
                  <a:schemeClr val="tx1"/>
                </a:solidFill>
              </a:rPr>
              <a:pPr/>
              <a:t>44</a:t>
            </a:fld>
            <a:endParaRPr lang="it-IT" altLang="it-IT" sz="1200">
              <a:solidFill>
                <a:schemeClr val="tx1"/>
              </a:solidFill>
            </a:endParaRPr>
          </a:p>
        </p:txBody>
      </p:sp>
      <p:sp>
        <p:nvSpPr>
          <p:cNvPr id="7171" name="Rectangle 2">
            <a:extLst>
              <a:ext uri="{FF2B5EF4-FFF2-40B4-BE49-F238E27FC236}">
                <a16:creationId xmlns:a16="http://schemas.microsoft.com/office/drawing/2014/main" id="{CD02B659-2CCD-4E4D-B62E-5A6AFEEFBA0B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172" name="Rectangle 3">
            <a:extLst>
              <a:ext uri="{FF2B5EF4-FFF2-40B4-BE49-F238E27FC236}">
                <a16:creationId xmlns:a16="http://schemas.microsoft.com/office/drawing/2014/main" id="{1A4A41C4-0B2F-4058-86CF-87F467E7D35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it-IT" altLang="it-IT"/>
          </a:p>
        </p:txBody>
      </p:sp>
    </p:spTree>
    <p:extLst>
      <p:ext uri="{BB962C8B-B14F-4D97-AF65-F5344CB8AC3E}">
        <p14:creationId xmlns:p14="http://schemas.microsoft.com/office/powerpoint/2010/main" val="1981314158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7">
            <a:extLst>
              <a:ext uri="{FF2B5EF4-FFF2-40B4-BE49-F238E27FC236}">
                <a16:creationId xmlns:a16="http://schemas.microsoft.com/office/drawing/2014/main" id="{F2C8D3DF-BD3F-46CD-9F8B-A3115EE878DB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9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9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9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9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9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9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9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9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9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fld id="{03C36768-79C9-49BF-ACC5-6CC3A9118688}" type="slidenum">
              <a:rPr lang="it-IT" altLang="it-IT" sz="1200" smtClean="0">
                <a:solidFill>
                  <a:schemeClr val="tx1"/>
                </a:solidFill>
              </a:rPr>
              <a:pPr/>
              <a:t>45</a:t>
            </a:fld>
            <a:endParaRPr lang="it-IT" altLang="it-IT" sz="1200">
              <a:solidFill>
                <a:schemeClr val="tx1"/>
              </a:solidFill>
            </a:endParaRPr>
          </a:p>
        </p:txBody>
      </p:sp>
      <p:sp>
        <p:nvSpPr>
          <p:cNvPr id="7171" name="Rectangle 2">
            <a:extLst>
              <a:ext uri="{FF2B5EF4-FFF2-40B4-BE49-F238E27FC236}">
                <a16:creationId xmlns:a16="http://schemas.microsoft.com/office/drawing/2014/main" id="{CD02B659-2CCD-4E4D-B62E-5A6AFEEFBA0B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172" name="Rectangle 3">
            <a:extLst>
              <a:ext uri="{FF2B5EF4-FFF2-40B4-BE49-F238E27FC236}">
                <a16:creationId xmlns:a16="http://schemas.microsoft.com/office/drawing/2014/main" id="{1A4A41C4-0B2F-4058-86CF-87F467E7D35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it-IT" altLang="it-IT"/>
          </a:p>
        </p:txBody>
      </p:sp>
    </p:spTree>
    <p:extLst>
      <p:ext uri="{BB962C8B-B14F-4D97-AF65-F5344CB8AC3E}">
        <p14:creationId xmlns:p14="http://schemas.microsoft.com/office/powerpoint/2010/main" val="4032137142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7">
            <a:extLst>
              <a:ext uri="{FF2B5EF4-FFF2-40B4-BE49-F238E27FC236}">
                <a16:creationId xmlns:a16="http://schemas.microsoft.com/office/drawing/2014/main" id="{F2C8D3DF-BD3F-46CD-9F8B-A3115EE878DB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9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9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9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9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9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9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9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9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9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fld id="{03C36768-79C9-49BF-ACC5-6CC3A9118688}" type="slidenum">
              <a:rPr lang="it-IT" altLang="it-IT" sz="1200" smtClean="0">
                <a:solidFill>
                  <a:schemeClr val="tx1"/>
                </a:solidFill>
              </a:rPr>
              <a:pPr/>
              <a:t>46</a:t>
            </a:fld>
            <a:endParaRPr lang="it-IT" altLang="it-IT" sz="1200">
              <a:solidFill>
                <a:schemeClr val="tx1"/>
              </a:solidFill>
            </a:endParaRPr>
          </a:p>
        </p:txBody>
      </p:sp>
      <p:sp>
        <p:nvSpPr>
          <p:cNvPr id="7171" name="Rectangle 2">
            <a:extLst>
              <a:ext uri="{FF2B5EF4-FFF2-40B4-BE49-F238E27FC236}">
                <a16:creationId xmlns:a16="http://schemas.microsoft.com/office/drawing/2014/main" id="{CD02B659-2CCD-4E4D-B62E-5A6AFEEFBA0B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172" name="Rectangle 3">
            <a:extLst>
              <a:ext uri="{FF2B5EF4-FFF2-40B4-BE49-F238E27FC236}">
                <a16:creationId xmlns:a16="http://schemas.microsoft.com/office/drawing/2014/main" id="{1A4A41C4-0B2F-4058-86CF-87F467E7D35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it-IT" altLang="it-IT"/>
          </a:p>
        </p:txBody>
      </p:sp>
    </p:spTree>
    <p:extLst>
      <p:ext uri="{BB962C8B-B14F-4D97-AF65-F5344CB8AC3E}">
        <p14:creationId xmlns:p14="http://schemas.microsoft.com/office/powerpoint/2010/main" val="1829184711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7">
            <a:extLst>
              <a:ext uri="{FF2B5EF4-FFF2-40B4-BE49-F238E27FC236}">
                <a16:creationId xmlns:a16="http://schemas.microsoft.com/office/drawing/2014/main" id="{F2C8D3DF-BD3F-46CD-9F8B-A3115EE878DB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9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9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9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9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9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9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9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9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9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fld id="{03C36768-79C9-49BF-ACC5-6CC3A9118688}" type="slidenum">
              <a:rPr lang="it-IT" altLang="it-IT" sz="1200" smtClean="0">
                <a:solidFill>
                  <a:schemeClr val="tx1"/>
                </a:solidFill>
              </a:rPr>
              <a:pPr/>
              <a:t>47</a:t>
            </a:fld>
            <a:endParaRPr lang="it-IT" altLang="it-IT" sz="1200">
              <a:solidFill>
                <a:schemeClr val="tx1"/>
              </a:solidFill>
            </a:endParaRPr>
          </a:p>
        </p:txBody>
      </p:sp>
      <p:sp>
        <p:nvSpPr>
          <p:cNvPr id="7171" name="Rectangle 2">
            <a:extLst>
              <a:ext uri="{FF2B5EF4-FFF2-40B4-BE49-F238E27FC236}">
                <a16:creationId xmlns:a16="http://schemas.microsoft.com/office/drawing/2014/main" id="{CD02B659-2CCD-4E4D-B62E-5A6AFEEFBA0B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172" name="Rectangle 3">
            <a:extLst>
              <a:ext uri="{FF2B5EF4-FFF2-40B4-BE49-F238E27FC236}">
                <a16:creationId xmlns:a16="http://schemas.microsoft.com/office/drawing/2014/main" id="{1A4A41C4-0B2F-4058-86CF-87F467E7D35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it-IT" altLang="it-IT"/>
          </a:p>
        </p:txBody>
      </p:sp>
    </p:spTree>
    <p:extLst>
      <p:ext uri="{BB962C8B-B14F-4D97-AF65-F5344CB8AC3E}">
        <p14:creationId xmlns:p14="http://schemas.microsoft.com/office/powerpoint/2010/main" val="2997984290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7">
            <a:extLst>
              <a:ext uri="{FF2B5EF4-FFF2-40B4-BE49-F238E27FC236}">
                <a16:creationId xmlns:a16="http://schemas.microsoft.com/office/drawing/2014/main" id="{F2C8D3DF-BD3F-46CD-9F8B-A3115EE878DB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9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9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9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9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9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9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9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9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9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fld id="{03C36768-79C9-49BF-ACC5-6CC3A9118688}" type="slidenum">
              <a:rPr lang="it-IT" altLang="it-IT" sz="1200" smtClean="0">
                <a:solidFill>
                  <a:schemeClr val="tx1"/>
                </a:solidFill>
              </a:rPr>
              <a:pPr/>
              <a:t>48</a:t>
            </a:fld>
            <a:endParaRPr lang="it-IT" altLang="it-IT" sz="1200">
              <a:solidFill>
                <a:schemeClr val="tx1"/>
              </a:solidFill>
            </a:endParaRPr>
          </a:p>
        </p:txBody>
      </p:sp>
      <p:sp>
        <p:nvSpPr>
          <p:cNvPr id="7171" name="Rectangle 2">
            <a:extLst>
              <a:ext uri="{FF2B5EF4-FFF2-40B4-BE49-F238E27FC236}">
                <a16:creationId xmlns:a16="http://schemas.microsoft.com/office/drawing/2014/main" id="{CD02B659-2CCD-4E4D-B62E-5A6AFEEFBA0B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172" name="Rectangle 3">
            <a:extLst>
              <a:ext uri="{FF2B5EF4-FFF2-40B4-BE49-F238E27FC236}">
                <a16:creationId xmlns:a16="http://schemas.microsoft.com/office/drawing/2014/main" id="{1A4A41C4-0B2F-4058-86CF-87F467E7D35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it-IT" altLang="it-IT"/>
          </a:p>
        </p:txBody>
      </p:sp>
    </p:spTree>
    <p:extLst>
      <p:ext uri="{BB962C8B-B14F-4D97-AF65-F5344CB8AC3E}">
        <p14:creationId xmlns:p14="http://schemas.microsoft.com/office/powerpoint/2010/main" val="2479188119"/>
      </p:ext>
    </p:extLst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7">
            <a:extLst>
              <a:ext uri="{FF2B5EF4-FFF2-40B4-BE49-F238E27FC236}">
                <a16:creationId xmlns:a16="http://schemas.microsoft.com/office/drawing/2014/main" id="{F2C8D3DF-BD3F-46CD-9F8B-A3115EE878DB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9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9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9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9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9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9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9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9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9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fld id="{03C36768-79C9-49BF-ACC5-6CC3A9118688}" type="slidenum">
              <a:rPr lang="it-IT" altLang="it-IT" sz="1200" smtClean="0">
                <a:solidFill>
                  <a:schemeClr val="tx1"/>
                </a:solidFill>
              </a:rPr>
              <a:pPr/>
              <a:t>49</a:t>
            </a:fld>
            <a:endParaRPr lang="it-IT" altLang="it-IT" sz="1200">
              <a:solidFill>
                <a:schemeClr val="tx1"/>
              </a:solidFill>
            </a:endParaRPr>
          </a:p>
        </p:txBody>
      </p:sp>
      <p:sp>
        <p:nvSpPr>
          <p:cNvPr id="7171" name="Rectangle 2">
            <a:extLst>
              <a:ext uri="{FF2B5EF4-FFF2-40B4-BE49-F238E27FC236}">
                <a16:creationId xmlns:a16="http://schemas.microsoft.com/office/drawing/2014/main" id="{CD02B659-2CCD-4E4D-B62E-5A6AFEEFBA0B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172" name="Rectangle 3">
            <a:extLst>
              <a:ext uri="{FF2B5EF4-FFF2-40B4-BE49-F238E27FC236}">
                <a16:creationId xmlns:a16="http://schemas.microsoft.com/office/drawing/2014/main" id="{1A4A41C4-0B2F-4058-86CF-87F467E7D35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it-IT" altLang="it-IT"/>
          </a:p>
        </p:txBody>
      </p:sp>
    </p:spTree>
    <p:extLst>
      <p:ext uri="{BB962C8B-B14F-4D97-AF65-F5344CB8AC3E}">
        <p14:creationId xmlns:p14="http://schemas.microsoft.com/office/powerpoint/2010/main" val="3506440596"/>
      </p:ext>
    </p:extLst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7">
            <a:extLst>
              <a:ext uri="{FF2B5EF4-FFF2-40B4-BE49-F238E27FC236}">
                <a16:creationId xmlns:a16="http://schemas.microsoft.com/office/drawing/2014/main" id="{F2C8D3DF-BD3F-46CD-9F8B-A3115EE878DB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9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9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9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9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9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9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9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9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9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fld id="{03C36768-79C9-49BF-ACC5-6CC3A9118688}" type="slidenum">
              <a:rPr lang="it-IT" altLang="it-IT" sz="1200" smtClean="0">
                <a:solidFill>
                  <a:schemeClr val="tx1"/>
                </a:solidFill>
              </a:rPr>
              <a:pPr/>
              <a:t>50</a:t>
            </a:fld>
            <a:endParaRPr lang="it-IT" altLang="it-IT" sz="1200">
              <a:solidFill>
                <a:schemeClr val="tx1"/>
              </a:solidFill>
            </a:endParaRPr>
          </a:p>
        </p:txBody>
      </p:sp>
      <p:sp>
        <p:nvSpPr>
          <p:cNvPr id="7171" name="Rectangle 2">
            <a:extLst>
              <a:ext uri="{FF2B5EF4-FFF2-40B4-BE49-F238E27FC236}">
                <a16:creationId xmlns:a16="http://schemas.microsoft.com/office/drawing/2014/main" id="{CD02B659-2CCD-4E4D-B62E-5A6AFEEFBA0B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172" name="Rectangle 3">
            <a:extLst>
              <a:ext uri="{FF2B5EF4-FFF2-40B4-BE49-F238E27FC236}">
                <a16:creationId xmlns:a16="http://schemas.microsoft.com/office/drawing/2014/main" id="{1A4A41C4-0B2F-4058-86CF-87F467E7D35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it-IT" altLang="it-IT"/>
          </a:p>
        </p:txBody>
      </p:sp>
    </p:spTree>
    <p:extLst>
      <p:ext uri="{BB962C8B-B14F-4D97-AF65-F5344CB8AC3E}">
        <p14:creationId xmlns:p14="http://schemas.microsoft.com/office/powerpoint/2010/main" val="3277462323"/>
      </p:ext>
    </p:extLst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7">
            <a:extLst>
              <a:ext uri="{FF2B5EF4-FFF2-40B4-BE49-F238E27FC236}">
                <a16:creationId xmlns:a16="http://schemas.microsoft.com/office/drawing/2014/main" id="{F2C8D3DF-BD3F-46CD-9F8B-A3115EE878DB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9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9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9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9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9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9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9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9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9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fld id="{03C36768-79C9-49BF-ACC5-6CC3A9118688}" type="slidenum">
              <a:rPr lang="it-IT" altLang="it-IT" sz="1200" smtClean="0">
                <a:solidFill>
                  <a:schemeClr val="tx1"/>
                </a:solidFill>
              </a:rPr>
              <a:pPr/>
              <a:t>51</a:t>
            </a:fld>
            <a:endParaRPr lang="it-IT" altLang="it-IT" sz="1200">
              <a:solidFill>
                <a:schemeClr val="tx1"/>
              </a:solidFill>
            </a:endParaRPr>
          </a:p>
        </p:txBody>
      </p:sp>
      <p:sp>
        <p:nvSpPr>
          <p:cNvPr id="7171" name="Rectangle 2">
            <a:extLst>
              <a:ext uri="{FF2B5EF4-FFF2-40B4-BE49-F238E27FC236}">
                <a16:creationId xmlns:a16="http://schemas.microsoft.com/office/drawing/2014/main" id="{CD02B659-2CCD-4E4D-B62E-5A6AFEEFBA0B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172" name="Rectangle 3">
            <a:extLst>
              <a:ext uri="{FF2B5EF4-FFF2-40B4-BE49-F238E27FC236}">
                <a16:creationId xmlns:a16="http://schemas.microsoft.com/office/drawing/2014/main" id="{1A4A41C4-0B2F-4058-86CF-87F467E7D35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it-IT" altLang="it-IT"/>
          </a:p>
        </p:txBody>
      </p:sp>
    </p:spTree>
    <p:extLst>
      <p:ext uri="{BB962C8B-B14F-4D97-AF65-F5344CB8AC3E}">
        <p14:creationId xmlns:p14="http://schemas.microsoft.com/office/powerpoint/2010/main" val="58476981"/>
      </p:ext>
    </p:extLst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7">
            <a:extLst>
              <a:ext uri="{FF2B5EF4-FFF2-40B4-BE49-F238E27FC236}">
                <a16:creationId xmlns:a16="http://schemas.microsoft.com/office/drawing/2014/main" id="{F2C8D3DF-BD3F-46CD-9F8B-A3115EE878DB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9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9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9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9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9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9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9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9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9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fld id="{03C36768-79C9-49BF-ACC5-6CC3A9118688}" type="slidenum">
              <a:rPr lang="it-IT" altLang="it-IT" sz="1200" smtClean="0">
                <a:solidFill>
                  <a:schemeClr val="tx1"/>
                </a:solidFill>
              </a:rPr>
              <a:pPr/>
              <a:t>52</a:t>
            </a:fld>
            <a:endParaRPr lang="it-IT" altLang="it-IT" sz="1200">
              <a:solidFill>
                <a:schemeClr val="tx1"/>
              </a:solidFill>
            </a:endParaRPr>
          </a:p>
        </p:txBody>
      </p:sp>
      <p:sp>
        <p:nvSpPr>
          <p:cNvPr id="7171" name="Rectangle 2">
            <a:extLst>
              <a:ext uri="{FF2B5EF4-FFF2-40B4-BE49-F238E27FC236}">
                <a16:creationId xmlns:a16="http://schemas.microsoft.com/office/drawing/2014/main" id="{CD02B659-2CCD-4E4D-B62E-5A6AFEEFBA0B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172" name="Rectangle 3">
            <a:extLst>
              <a:ext uri="{FF2B5EF4-FFF2-40B4-BE49-F238E27FC236}">
                <a16:creationId xmlns:a16="http://schemas.microsoft.com/office/drawing/2014/main" id="{1A4A41C4-0B2F-4058-86CF-87F467E7D35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it-IT" altLang="it-IT"/>
          </a:p>
        </p:txBody>
      </p:sp>
    </p:spTree>
    <p:extLst>
      <p:ext uri="{BB962C8B-B14F-4D97-AF65-F5344CB8AC3E}">
        <p14:creationId xmlns:p14="http://schemas.microsoft.com/office/powerpoint/2010/main" val="4182728039"/>
      </p:ext>
    </p:extLst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7">
            <a:extLst>
              <a:ext uri="{FF2B5EF4-FFF2-40B4-BE49-F238E27FC236}">
                <a16:creationId xmlns:a16="http://schemas.microsoft.com/office/drawing/2014/main" id="{F2C8D3DF-BD3F-46CD-9F8B-A3115EE878DB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9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9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9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9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9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9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9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9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9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fld id="{03C36768-79C9-49BF-ACC5-6CC3A9118688}" type="slidenum">
              <a:rPr lang="it-IT" altLang="it-IT" sz="1200" smtClean="0">
                <a:solidFill>
                  <a:schemeClr val="tx1"/>
                </a:solidFill>
              </a:rPr>
              <a:pPr/>
              <a:t>53</a:t>
            </a:fld>
            <a:endParaRPr lang="it-IT" altLang="it-IT" sz="1200">
              <a:solidFill>
                <a:schemeClr val="tx1"/>
              </a:solidFill>
            </a:endParaRPr>
          </a:p>
        </p:txBody>
      </p:sp>
      <p:sp>
        <p:nvSpPr>
          <p:cNvPr id="7171" name="Rectangle 2">
            <a:extLst>
              <a:ext uri="{FF2B5EF4-FFF2-40B4-BE49-F238E27FC236}">
                <a16:creationId xmlns:a16="http://schemas.microsoft.com/office/drawing/2014/main" id="{CD02B659-2CCD-4E4D-B62E-5A6AFEEFBA0B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172" name="Rectangle 3">
            <a:extLst>
              <a:ext uri="{FF2B5EF4-FFF2-40B4-BE49-F238E27FC236}">
                <a16:creationId xmlns:a16="http://schemas.microsoft.com/office/drawing/2014/main" id="{1A4A41C4-0B2F-4058-86CF-87F467E7D35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it-IT" altLang="it-IT"/>
          </a:p>
        </p:txBody>
      </p:sp>
    </p:spTree>
    <p:extLst>
      <p:ext uri="{BB962C8B-B14F-4D97-AF65-F5344CB8AC3E}">
        <p14:creationId xmlns:p14="http://schemas.microsoft.com/office/powerpoint/2010/main" val="509012828"/>
      </p:ext>
    </p:extLst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7">
            <a:extLst>
              <a:ext uri="{FF2B5EF4-FFF2-40B4-BE49-F238E27FC236}">
                <a16:creationId xmlns:a16="http://schemas.microsoft.com/office/drawing/2014/main" id="{F2C8D3DF-BD3F-46CD-9F8B-A3115EE878DB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9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9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9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9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9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9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9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9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9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fld id="{03C36768-79C9-49BF-ACC5-6CC3A9118688}" type="slidenum">
              <a:rPr lang="it-IT" altLang="it-IT" sz="1200" smtClean="0">
                <a:solidFill>
                  <a:schemeClr val="tx1"/>
                </a:solidFill>
              </a:rPr>
              <a:pPr/>
              <a:t>54</a:t>
            </a:fld>
            <a:endParaRPr lang="it-IT" altLang="it-IT" sz="1200">
              <a:solidFill>
                <a:schemeClr val="tx1"/>
              </a:solidFill>
            </a:endParaRPr>
          </a:p>
        </p:txBody>
      </p:sp>
      <p:sp>
        <p:nvSpPr>
          <p:cNvPr id="7171" name="Rectangle 2">
            <a:extLst>
              <a:ext uri="{FF2B5EF4-FFF2-40B4-BE49-F238E27FC236}">
                <a16:creationId xmlns:a16="http://schemas.microsoft.com/office/drawing/2014/main" id="{CD02B659-2CCD-4E4D-B62E-5A6AFEEFBA0B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172" name="Rectangle 3">
            <a:extLst>
              <a:ext uri="{FF2B5EF4-FFF2-40B4-BE49-F238E27FC236}">
                <a16:creationId xmlns:a16="http://schemas.microsoft.com/office/drawing/2014/main" id="{1A4A41C4-0B2F-4058-86CF-87F467E7D35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it-IT" altLang="it-IT"/>
          </a:p>
        </p:txBody>
      </p:sp>
    </p:spTree>
    <p:extLst>
      <p:ext uri="{BB962C8B-B14F-4D97-AF65-F5344CB8AC3E}">
        <p14:creationId xmlns:p14="http://schemas.microsoft.com/office/powerpoint/2010/main" val="1495037042"/>
      </p:ext>
    </p:extLst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7">
            <a:extLst>
              <a:ext uri="{FF2B5EF4-FFF2-40B4-BE49-F238E27FC236}">
                <a16:creationId xmlns:a16="http://schemas.microsoft.com/office/drawing/2014/main" id="{F2C8D3DF-BD3F-46CD-9F8B-A3115EE878DB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9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9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9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9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9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9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9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9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9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fld id="{03C36768-79C9-49BF-ACC5-6CC3A9118688}" type="slidenum">
              <a:rPr lang="it-IT" altLang="it-IT" sz="1200" smtClean="0">
                <a:solidFill>
                  <a:schemeClr val="tx1"/>
                </a:solidFill>
              </a:rPr>
              <a:pPr/>
              <a:t>55</a:t>
            </a:fld>
            <a:endParaRPr lang="it-IT" altLang="it-IT" sz="1200">
              <a:solidFill>
                <a:schemeClr val="tx1"/>
              </a:solidFill>
            </a:endParaRPr>
          </a:p>
        </p:txBody>
      </p:sp>
      <p:sp>
        <p:nvSpPr>
          <p:cNvPr id="7171" name="Rectangle 2">
            <a:extLst>
              <a:ext uri="{FF2B5EF4-FFF2-40B4-BE49-F238E27FC236}">
                <a16:creationId xmlns:a16="http://schemas.microsoft.com/office/drawing/2014/main" id="{CD02B659-2CCD-4E4D-B62E-5A6AFEEFBA0B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172" name="Rectangle 3">
            <a:extLst>
              <a:ext uri="{FF2B5EF4-FFF2-40B4-BE49-F238E27FC236}">
                <a16:creationId xmlns:a16="http://schemas.microsoft.com/office/drawing/2014/main" id="{1A4A41C4-0B2F-4058-86CF-87F467E7D35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it-IT" altLang="it-IT"/>
          </a:p>
        </p:txBody>
      </p:sp>
    </p:spTree>
    <p:extLst>
      <p:ext uri="{BB962C8B-B14F-4D97-AF65-F5344CB8AC3E}">
        <p14:creationId xmlns:p14="http://schemas.microsoft.com/office/powerpoint/2010/main" val="3952146307"/>
      </p:ext>
    </p:extLst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7">
            <a:extLst>
              <a:ext uri="{FF2B5EF4-FFF2-40B4-BE49-F238E27FC236}">
                <a16:creationId xmlns:a16="http://schemas.microsoft.com/office/drawing/2014/main" id="{F2C8D3DF-BD3F-46CD-9F8B-A3115EE878DB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9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9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9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9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9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9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9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9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9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fld id="{03C36768-79C9-49BF-ACC5-6CC3A9118688}" type="slidenum">
              <a:rPr lang="it-IT" altLang="it-IT" sz="1200" smtClean="0">
                <a:solidFill>
                  <a:schemeClr val="tx1"/>
                </a:solidFill>
              </a:rPr>
              <a:pPr/>
              <a:t>56</a:t>
            </a:fld>
            <a:endParaRPr lang="it-IT" altLang="it-IT" sz="1200">
              <a:solidFill>
                <a:schemeClr val="tx1"/>
              </a:solidFill>
            </a:endParaRPr>
          </a:p>
        </p:txBody>
      </p:sp>
      <p:sp>
        <p:nvSpPr>
          <p:cNvPr id="7171" name="Rectangle 2">
            <a:extLst>
              <a:ext uri="{FF2B5EF4-FFF2-40B4-BE49-F238E27FC236}">
                <a16:creationId xmlns:a16="http://schemas.microsoft.com/office/drawing/2014/main" id="{CD02B659-2CCD-4E4D-B62E-5A6AFEEFBA0B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172" name="Rectangle 3">
            <a:extLst>
              <a:ext uri="{FF2B5EF4-FFF2-40B4-BE49-F238E27FC236}">
                <a16:creationId xmlns:a16="http://schemas.microsoft.com/office/drawing/2014/main" id="{1A4A41C4-0B2F-4058-86CF-87F467E7D35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it-IT" altLang="it-IT"/>
          </a:p>
        </p:txBody>
      </p:sp>
    </p:spTree>
    <p:extLst>
      <p:ext uri="{BB962C8B-B14F-4D97-AF65-F5344CB8AC3E}">
        <p14:creationId xmlns:p14="http://schemas.microsoft.com/office/powerpoint/2010/main" val="4204434956"/>
      </p:ext>
    </p:extLst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7">
            <a:extLst>
              <a:ext uri="{FF2B5EF4-FFF2-40B4-BE49-F238E27FC236}">
                <a16:creationId xmlns:a16="http://schemas.microsoft.com/office/drawing/2014/main" id="{F2C8D3DF-BD3F-46CD-9F8B-A3115EE878DB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9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9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9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9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9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9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9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9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9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fld id="{03C36768-79C9-49BF-ACC5-6CC3A9118688}" type="slidenum">
              <a:rPr lang="it-IT" altLang="it-IT" sz="1200" smtClean="0">
                <a:solidFill>
                  <a:schemeClr val="tx1"/>
                </a:solidFill>
              </a:rPr>
              <a:pPr/>
              <a:t>57</a:t>
            </a:fld>
            <a:endParaRPr lang="it-IT" altLang="it-IT" sz="1200">
              <a:solidFill>
                <a:schemeClr val="tx1"/>
              </a:solidFill>
            </a:endParaRPr>
          </a:p>
        </p:txBody>
      </p:sp>
      <p:sp>
        <p:nvSpPr>
          <p:cNvPr id="7171" name="Rectangle 2">
            <a:extLst>
              <a:ext uri="{FF2B5EF4-FFF2-40B4-BE49-F238E27FC236}">
                <a16:creationId xmlns:a16="http://schemas.microsoft.com/office/drawing/2014/main" id="{CD02B659-2CCD-4E4D-B62E-5A6AFEEFBA0B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172" name="Rectangle 3">
            <a:extLst>
              <a:ext uri="{FF2B5EF4-FFF2-40B4-BE49-F238E27FC236}">
                <a16:creationId xmlns:a16="http://schemas.microsoft.com/office/drawing/2014/main" id="{1A4A41C4-0B2F-4058-86CF-87F467E7D35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it-IT" altLang="it-IT"/>
          </a:p>
        </p:txBody>
      </p:sp>
    </p:spTree>
    <p:extLst>
      <p:ext uri="{BB962C8B-B14F-4D97-AF65-F5344CB8AC3E}">
        <p14:creationId xmlns:p14="http://schemas.microsoft.com/office/powerpoint/2010/main" val="3898679755"/>
      </p:ext>
    </p:extLst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7">
            <a:extLst>
              <a:ext uri="{FF2B5EF4-FFF2-40B4-BE49-F238E27FC236}">
                <a16:creationId xmlns:a16="http://schemas.microsoft.com/office/drawing/2014/main" id="{F2C8D3DF-BD3F-46CD-9F8B-A3115EE878DB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9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9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9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9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9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9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9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9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9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fld id="{03C36768-79C9-49BF-ACC5-6CC3A9118688}" type="slidenum">
              <a:rPr lang="it-IT" altLang="it-IT" sz="1200" smtClean="0">
                <a:solidFill>
                  <a:schemeClr val="tx1"/>
                </a:solidFill>
              </a:rPr>
              <a:pPr/>
              <a:t>58</a:t>
            </a:fld>
            <a:endParaRPr lang="it-IT" altLang="it-IT" sz="1200">
              <a:solidFill>
                <a:schemeClr val="tx1"/>
              </a:solidFill>
            </a:endParaRPr>
          </a:p>
        </p:txBody>
      </p:sp>
      <p:sp>
        <p:nvSpPr>
          <p:cNvPr id="7171" name="Rectangle 2">
            <a:extLst>
              <a:ext uri="{FF2B5EF4-FFF2-40B4-BE49-F238E27FC236}">
                <a16:creationId xmlns:a16="http://schemas.microsoft.com/office/drawing/2014/main" id="{CD02B659-2CCD-4E4D-B62E-5A6AFEEFBA0B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172" name="Rectangle 3">
            <a:extLst>
              <a:ext uri="{FF2B5EF4-FFF2-40B4-BE49-F238E27FC236}">
                <a16:creationId xmlns:a16="http://schemas.microsoft.com/office/drawing/2014/main" id="{1A4A41C4-0B2F-4058-86CF-87F467E7D35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it-IT" altLang="it-IT"/>
          </a:p>
        </p:txBody>
      </p:sp>
    </p:spTree>
    <p:extLst>
      <p:ext uri="{BB962C8B-B14F-4D97-AF65-F5344CB8AC3E}">
        <p14:creationId xmlns:p14="http://schemas.microsoft.com/office/powerpoint/2010/main" val="4174159285"/>
      </p:ext>
    </p:extLst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7">
            <a:extLst>
              <a:ext uri="{FF2B5EF4-FFF2-40B4-BE49-F238E27FC236}">
                <a16:creationId xmlns:a16="http://schemas.microsoft.com/office/drawing/2014/main" id="{F2C8D3DF-BD3F-46CD-9F8B-A3115EE878DB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9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9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9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9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9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9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9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9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9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fld id="{03C36768-79C9-49BF-ACC5-6CC3A9118688}" type="slidenum">
              <a:rPr lang="it-IT" altLang="it-IT" sz="1200" smtClean="0">
                <a:solidFill>
                  <a:schemeClr val="tx1"/>
                </a:solidFill>
              </a:rPr>
              <a:pPr/>
              <a:t>59</a:t>
            </a:fld>
            <a:endParaRPr lang="it-IT" altLang="it-IT" sz="1200">
              <a:solidFill>
                <a:schemeClr val="tx1"/>
              </a:solidFill>
            </a:endParaRPr>
          </a:p>
        </p:txBody>
      </p:sp>
      <p:sp>
        <p:nvSpPr>
          <p:cNvPr id="7171" name="Rectangle 2">
            <a:extLst>
              <a:ext uri="{FF2B5EF4-FFF2-40B4-BE49-F238E27FC236}">
                <a16:creationId xmlns:a16="http://schemas.microsoft.com/office/drawing/2014/main" id="{CD02B659-2CCD-4E4D-B62E-5A6AFEEFBA0B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172" name="Rectangle 3">
            <a:extLst>
              <a:ext uri="{FF2B5EF4-FFF2-40B4-BE49-F238E27FC236}">
                <a16:creationId xmlns:a16="http://schemas.microsoft.com/office/drawing/2014/main" id="{1A4A41C4-0B2F-4058-86CF-87F467E7D35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it-IT" altLang="it-IT"/>
          </a:p>
        </p:txBody>
      </p:sp>
    </p:spTree>
    <p:extLst>
      <p:ext uri="{BB962C8B-B14F-4D97-AF65-F5344CB8AC3E}">
        <p14:creationId xmlns:p14="http://schemas.microsoft.com/office/powerpoint/2010/main" val="3645344061"/>
      </p:ext>
    </p:extLst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7">
            <a:extLst>
              <a:ext uri="{FF2B5EF4-FFF2-40B4-BE49-F238E27FC236}">
                <a16:creationId xmlns:a16="http://schemas.microsoft.com/office/drawing/2014/main" id="{F2C8D3DF-BD3F-46CD-9F8B-A3115EE878DB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9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9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9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9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9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9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9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9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9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fld id="{03C36768-79C9-49BF-ACC5-6CC3A9118688}" type="slidenum">
              <a:rPr lang="it-IT" altLang="it-IT" sz="1200" smtClean="0">
                <a:solidFill>
                  <a:schemeClr val="tx1"/>
                </a:solidFill>
              </a:rPr>
              <a:pPr/>
              <a:t>60</a:t>
            </a:fld>
            <a:endParaRPr lang="it-IT" altLang="it-IT" sz="1200">
              <a:solidFill>
                <a:schemeClr val="tx1"/>
              </a:solidFill>
            </a:endParaRPr>
          </a:p>
        </p:txBody>
      </p:sp>
      <p:sp>
        <p:nvSpPr>
          <p:cNvPr id="7171" name="Rectangle 2">
            <a:extLst>
              <a:ext uri="{FF2B5EF4-FFF2-40B4-BE49-F238E27FC236}">
                <a16:creationId xmlns:a16="http://schemas.microsoft.com/office/drawing/2014/main" id="{CD02B659-2CCD-4E4D-B62E-5A6AFEEFBA0B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172" name="Rectangle 3">
            <a:extLst>
              <a:ext uri="{FF2B5EF4-FFF2-40B4-BE49-F238E27FC236}">
                <a16:creationId xmlns:a16="http://schemas.microsoft.com/office/drawing/2014/main" id="{1A4A41C4-0B2F-4058-86CF-87F467E7D35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it-IT" altLang="it-IT"/>
          </a:p>
        </p:txBody>
      </p:sp>
    </p:spTree>
    <p:extLst>
      <p:ext uri="{BB962C8B-B14F-4D97-AF65-F5344CB8AC3E}">
        <p14:creationId xmlns:p14="http://schemas.microsoft.com/office/powerpoint/2010/main" val="4018408275"/>
      </p:ext>
    </p:extLst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7">
            <a:extLst>
              <a:ext uri="{FF2B5EF4-FFF2-40B4-BE49-F238E27FC236}">
                <a16:creationId xmlns:a16="http://schemas.microsoft.com/office/drawing/2014/main" id="{F2C8D3DF-BD3F-46CD-9F8B-A3115EE878DB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9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9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9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9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9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9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9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9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9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fld id="{03C36768-79C9-49BF-ACC5-6CC3A9118688}" type="slidenum">
              <a:rPr lang="it-IT" altLang="it-IT" sz="1200" smtClean="0">
                <a:solidFill>
                  <a:schemeClr val="tx1"/>
                </a:solidFill>
              </a:rPr>
              <a:pPr/>
              <a:t>61</a:t>
            </a:fld>
            <a:endParaRPr lang="it-IT" altLang="it-IT" sz="1200">
              <a:solidFill>
                <a:schemeClr val="tx1"/>
              </a:solidFill>
            </a:endParaRPr>
          </a:p>
        </p:txBody>
      </p:sp>
      <p:sp>
        <p:nvSpPr>
          <p:cNvPr id="7171" name="Rectangle 2">
            <a:extLst>
              <a:ext uri="{FF2B5EF4-FFF2-40B4-BE49-F238E27FC236}">
                <a16:creationId xmlns:a16="http://schemas.microsoft.com/office/drawing/2014/main" id="{CD02B659-2CCD-4E4D-B62E-5A6AFEEFBA0B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172" name="Rectangle 3">
            <a:extLst>
              <a:ext uri="{FF2B5EF4-FFF2-40B4-BE49-F238E27FC236}">
                <a16:creationId xmlns:a16="http://schemas.microsoft.com/office/drawing/2014/main" id="{1A4A41C4-0B2F-4058-86CF-87F467E7D35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it-IT" altLang="it-IT"/>
          </a:p>
        </p:txBody>
      </p:sp>
    </p:spTree>
    <p:extLst>
      <p:ext uri="{BB962C8B-B14F-4D97-AF65-F5344CB8AC3E}">
        <p14:creationId xmlns:p14="http://schemas.microsoft.com/office/powerpoint/2010/main" val="3602081517"/>
      </p:ext>
    </p:extLst>
  </p:cSld>
  <p:clrMapOvr>
    <a:masterClrMapping/>
  </p:clrMapOvr>
</p:notes>
</file>

<file path=ppt/notesSlides/notesSlide6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7">
            <a:extLst>
              <a:ext uri="{FF2B5EF4-FFF2-40B4-BE49-F238E27FC236}">
                <a16:creationId xmlns:a16="http://schemas.microsoft.com/office/drawing/2014/main" id="{F2C8D3DF-BD3F-46CD-9F8B-A3115EE878DB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9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9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9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9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9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9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9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9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9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fld id="{03C36768-79C9-49BF-ACC5-6CC3A9118688}" type="slidenum">
              <a:rPr lang="it-IT" altLang="it-IT" sz="1200" smtClean="0">
                <a:solidFill>
                  <a:schemeClr val="tx1"/>
                </a:solidFill>
              </a:rPr>
              <a:pPr/>
              <a:t>62</a:t>
            </a:fld>
            <a:endParaRPr lang="it-IT" altLang="it-IT" sz="1200">
              <a:solidFill>
                <a:schemeClr val="tx1"/>
              </a:solidFill>
            </a:endParaRPr>
          </a:p>
        </p:txBody>
      </p:sp>
      <p:sp>
        <p:nvSpPr>
          <p:cNvPr id="7171" name="Rectangle 2">
            <a:extLst>
              <a:ext uri="{FF2B5EF4-FFF2-40B4-BE49-F238E27FC236}">
                <a16:creationId xmlns:a16="http://schemas.microsoft.com/office/drawing/2014/main" id="{CD02B659-2CCD-4E4D-B62E-5A6AFEEFBA0B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172" name="Rectangle 3">
            <a:extLst>
              <a:ext uri="{FF2B5EF4-FFF2-40B4-BE49-F238E27FC236}">
                <a16:creationId xmlns:a16="http://schemas.microsoft.com/office/drawing/2014/main" id="{1A4A41C4-0B2F-4058-86CF-87F467E7D35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it-IT" altLang="it-IT"/>
          </a:p>
        </p:txBody>
      </p:sp>
    </p:spTree>
    <p:extLst>
      <p:ext uri="{BB962C8B-B14F-4D97-AF65-F5344CB8AC3E}">
        <p14:creationId xmlns:p14="http://schemas.microsoft.com/office/powerpoint/2010/main" val="3279474838"/>
      </p:ext>
    </p:extLst>
  </p:cSld>
  <p:clrMapOvr>
    <a:masterClrMapping/>
  </p:clrMapOvr>
</p:notes>
</file>

<file path=ppt/notesSlides/notesSlide6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7">
            <a:extLst>
              <a:ext uri="{FF2B5EF4-FFF2-40B4-BE49-F238E27FC236}">
                <a16:creationId xmlns:a16="http://schemas.microsoft.com/office/drawing/2014/main" id="{A1A1837E-C184-4B1D-93BC-A5CA59C8AD1A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9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9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9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9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9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9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9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9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9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fld id="{286155AB-5AC4-4A44-A88F-B86EED5ABADB}" type="slidenum">
              <a:rPr lang="it-IT" altLang="it-IT" sz="1200" smtClean="0">
                <a:solidFill>
                  <a:schemeClr val="tx1"/>
                </a:solidFill>
              </a:rPr>
              <a:pPr/>
              <a:t>63</a:t>
            </a:fld>
            <a:endParaRPr lang="it-IT" altLang="it-IT" sz="1200">
              <a:solidFill>
                <a:schemeClr val="tx1"/>
              </a:solidFill>
            </a:endParaRPr>
          </a:p>
        </p:txBody>
      </p:sp>
      <p:sp>
        <p:nvSpPr>
          <p:cNvPr id="5123" name="Rectangle 2">
            <a:extLst>
              <a:ext uri="{FF2B5EF4-FFF2-40B4-BE49-F238E27FC236}">
                <a16:creationId xmlns:a16="http://schemas.microsoft.com/office/drawing/2014/main" id="{833F7DFC-739C-433E-9E94-CFE8789F346B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124" name="Rectangle 3">
            <a:extLst>
              <a:ext uri="{FF2B5EF4-FFF2-40B4-BE49-F238E27FC236}">
                <a16:creationId xmlns:a16="http://schemas.microsoft.com/office/drawing/2014/main" id="{6B126033-5D0C-4306-8137-DC8B0EB0B463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it-IT" altLang="it-IT"/>
          </a:p>
        </p:txBody>
      </p:sp>
    </p:spTree>
    <p:extLst>
      <p:ext uri="{BB962C8B-B14F-4D97-AF65-F5344CB8AC3E}">
        <p14:creationId xmlns:p14="http://schemas.microsoft.com/office/powerpoint/2010/main" val="32253780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olo e contenu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contenut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449D90F4-CCC6-43EE-9CCD-E06162E408BD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6FF8FF0-EE4F-4D3A-845A-913B66D13051}" type="datetime1">
              <a:rPr lang="it-IT" altLang="it-IT"/>
              <a:pPr>
                <a:defRPr/>
              </a:pPr>
              <a:t>10/12/2023</a:t>
            </a:fld>
            <a:endParaRPr lang="it-IT" altLang="it-IT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32F766C3-BBC0-4767-971F-5738DD1B7EEA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it-IT" altLang="it-IT"/>
              <a:t>Titolo Presentazione</a:t>
            </a:r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CCF92664-7AAA-4591-AD18-77232810E5F2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it-IT" altLang="it-IT"/>
              <a:t>Pagina </a:t>
            </a:r>
            <a:fld id="{F4F4D143-CACD-43CF-8F0A-E10233FFBAA9}" type="slidenum">
              <a:rPr lang="it-IT" altLang="it-IT" smtClean="0"/>
              <a:pPr>
                <a:defRPr/>
              </a:pPr>
              <a:t>‹N›</a:t>
            </a:fld>
            <a:endParaRPr lang="it-IT" altLang="it-IT"/>
          </a:p>
        </p:txBody>
      </p:sp>
    </p:spTree>
    <p:extLst>
      <p:ext uri="{BB962C8B-B14F-4D97-AF65-F5344CB8AC3E}">
        <p14:creationId xmlns:p14="http://schemas.microsoft.com/office/powerpoint/2010/main" val="2222059436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spd="med">
        <p159:morph option="byObject"/>
      </p:transition>
    </mc:Choice>
    <mc:Fallback>
      <p:transition spd="med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ottotitolo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it-IT"/>
              <a:t>Fare clic per modificare lo stile del sottotitolo dello schema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27B5ABF4-70EC-4DB1-A5D9-C5E539ACA580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9F36B21-5110-49B0-89D7-BC22D21DDFBB}" type="datetime1">
              <a:rPr lang="it-IT" altLang="it-IT"/>
              <a:pPr>
                <a:defRPr/>
              </a:pPr>
              <a:t>10/12/2023</a:t>
            </a:fld>
            <a:endParaRPr lang="it-IT" altLang="it-IT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15E40C02-0AEB-473C-89F7-6BA449FD9D4D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it-IT" altLang="it-IT"/>
              <a:t>Titolo Presentazione</a:t>
            </a:r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77E07314-7730-47BB-B014-EB4B5EDFB2F8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it-IT" altLang="it-IT"/>
              <a:t>Pagina </a:t>
            </a:r>
            <a:fld id="{D9FA8674-8209-4BA5-8029-A2532D08384C}" type="slidenum">
              <a:rPr lang="it-IT" altLang="it-IT" smtClean="0"/>
              <a:pPr>
                <a:defRPr/>
              </a:pPr>
              <a:t>‹N›</a:t>
            </a:fld>
            <a:endParaRPr lang="it-IT" altLang="it-IT"/>
          </a:p>
        </p:txBody>
      </p:sp>
    </p:spTree>
    <p:extLst>
      <p:ext uri="{BB962C8B-B14F-4D97-AF65-F5344CB8AC3E}">
        <p14:creationId xmlns:p14="http://schemas.microsoft.com/office/powerpoint/2010/main" val="1389605771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spd="med">
        <p159:morph option="byObject"/>
      </p:transition>
    </mc:Choice>
    <mc:Fallback>
      <p:transition spd="med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26" name="Group 15">
            <a:extLst>
              <a:ext uri="{FF2B5EF4-FFF2-40B4-BE49-F238E27FC236}">
                <a16:creationId xmlns:a16="http://schemas.microsoft.com/office/drawing/2014/main" id="{04A6B349-FBAC-4A80-BF29-06C5514C1B38}"/>
              </a:ext>
            </a:extLst>
          </p:cNvPr>
          <p:cNvGrpSpPr>
            <a:grpSpLocks/>
          </p:cNvGrpSpPr>
          <p:nvPr/>
        </p:nvGrpSpPr>
        <p:grpSpPr bwMode="auto">
          <a:xfrm>
            <a:off x="0" y="6096000"/>
            <a:ext cx="9144000" cy="762000"/>
            <a:chOff x="0" y="3840"/>
            <a:chExt cx="5760" cy="480"/>
          </a:xfrm>
        </p:grpSpPr>
        <p:sp>
          <p:nvSpPr>
            <p:cNvPr id="1032" name="Rectangle 13">
              <a:extLst>
                <a:ext uri="{FF2B5EF4-FFF2-40B4-BE49-F238E27FC236}">
                  <a16:creationId xmlns:a16="http://schemas.microsoft.com/office/drawing/2014/main" id="{667B7514-B466-4B15-A27F-D58E2FDD55B8}"/>
                </a:ext>
              </a:extLst>
            </p:cNvPr>
            <p:cNvSpPr>
              <a:spLocks noChangeArrowheads="1"/>
            </p:cNvSpPr>
            <p:nvPr userDrawn="1"/>
          </p:nvSpPr>
          <p:spPr bwMode="auto">
            <a:xfrm>
              <a:off x="0" y="3984"/>
              <a:ext cx="5760" cy="336"/>
            </a:xfrm>
            <a:prstGeom prst="rect">
              <a:avLst/>
            </a:prstGeom>
            <a:solidFill>
              <a:srgbClr val="822433"/>
            </a:solidFill>
            <a:ln>
              <a:noFill/>
            </a:ln>
          </p:spPr>
          <p:txBody>
            <a:bodyPr wrap="none" anchor="ctr"/>
            <a:lstStyle>
              <a:lvl1pPr>
                <a:defRPr sz="9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9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9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9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9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9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9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9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9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>
                <a:defRPr/>
              </a:pPr>
              <a:endParaRPr lang="it-IT" altLang="it-IT"/>
            </a:p>
          </p:txBody>
        </p:sp>
        <p:sp>
          <p:nvSpPr>
            <p:cNvPr id="1033" name="Rectangle 14">
              <a:extLst>
                <a:ext uri="{FF2B5EF4-FFF2-40B4-BE49-F238E27FC236}">
                  <a16:creationId xmlns:a16="http://schemas.microsoft.com/office/drawing/2014/main" id="{7E1CD1CC-03E9-4B7B-A1B1-0C2ACDA2A3AB}"/>
                </a:ext>
              </a:extLst>
            </p:cNvPr>
            <p:cNvSpPr>
              <a:spLocks noChangeArrowheads="1"/>
            </p:cNvSpPr>
            <p:nvPr userDrawn="1"/>
          </p:nvSpPr>
          <p:spPr bwMode="auto">
            <a:xfrm>
              <a:off x="768" y="3840"/>
              <a:ext cx="4992" cy="480"/>
            </a:xfrm>
            <a:prstGeom prst="rect">
              <a:avLst/>
            </a:prstGeom>
            <a:solidFill>
              <a:srgbClr val="822433"/>
            </a:solidFill>
            <a:ln>
              <a:noFill/>
            </a:ln>
          </p:spPr>
          <p:txBody>
            <a:bodyPr wrap="none" anchor="ctr"/>
            <a:lstStyle>
              <a:lvl1pPr>
                <a:defRPr sz="9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9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9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9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9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9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9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9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9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>
                <a:defRPr/>
              </a:pPr>
              <a:endParaRPr lang="it-IT" altLang="it-IT"/>
            </a:p>
          </p:txBody>
        </p:sp>
      </p:grpSp>
      <p:sp>
        <p:nvSpPr>
          <p:cNvPr id="1027" name="Rectangle 2">
            <a:extLst>
              <a:ext uri="{FF2B5EF4-FFF2-40B4-BE49-F238E27FC236}">
                <a16:creationId xmlns:a16="http://schemas.microsoft.com/office/drawing/2014/main" id="{FCEC2228-C3FF-412F-9E3E-8FD8BD04A38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1116013" y="409575"/>
            <a:ext cx="7559675" cy="5048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it-IT" altLang="it-IT"/>
              <a:t>Fare clic per modificare stile</a:t>
            </a:r>
          </a:p>
        </p:txBody>
      </p:sp>
      <p:sp>
        <p:nvSpPr>
          <p:cNvPr id="1028" name="Rectangle 3">
            <a:extLst>
              <a:ext uri="{FF2B5EF4-FFF2-40B4-BE49-F238E27FC236}">
                <a16:creationId xmlns:a16="http://schemas.microsoft.com/office/drawing/2014/main" id="{8D8DECC5-CCD1-4830-9D89-3B80CEAF708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1116013" y="1752600"/>
            <a:ext cx="7559675" cy="411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it-IT" altLang="it-IT"/>
              <a:t>Fare clic per modificare gli stili del testo dello schema</a:t>
            </a:r>
          </a:p>
          <a:p>
            <a:pPr lvl="1"/>
            <a:r>
              <a:rPr lang="it-IT" altLang="it-IT"/>
              <a:t>Secondo livello</a:t>
            </a:r>
          </a:p>
          <a:p>
            <a:pPr lvl="2"/>
            <a:r>
              <a:rPr lang="it-IT" altLang="it-IT"/>
              <a:t>Terzo livello</a:t>
            </a:r>
          </a:p>
          <a:p>
            <a:pPr lvl="3"/>
            <a:r>
              <a:rPr lang="it-IT" altLang="it-IT"/>
              <a:t>Quarto livello</a:t>
            </a:r>
          </a:p>
          <a:p>
            <a:pPr lvl="4"/>
            <a:r>
              <a:rPr lang="it-IT" altLang="it-IT"/>
              <a:t>Quinto livello</a:t>
            </a:r>
          </a:p>
        </p:txBody>
      </p:sp>
      <p:sp>
        <p:nvSpPr>
          <p:cNvPr id="2" name="Rectangle 4">
            <a:extLst>
              <a:ext uri="{FF2B5EF4-FFF2-40B4-BE49-F238E27FC236}">
                <a16:creationId xmlns:a16="http://schemas.microsoft.com/office/drawing/2014/main" id="{6EE19AB5-A3A8-44E8-8037-8F9993AD166A}"/>
              </a:ext>
            </a:extLst>
          </p:cNvPr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343400" y="61468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100"/>
            </a:lvl1pPr>
          </a:lstStyle>
          <a:p>
            <a:pPr>
              <a:defRPr/>
            </a:pPr>
            <a:fld id="{6443BA21-7D23-45E3-8D6E-36C3A2076DE5}" type="datetime1">
              <a:rPr lang="it-IT" altLang="it-IT"/>
              <a:pPr>
                <a:defRPr/>
              </a:pPr>
              <a:t>10/12/2023</a:t>
            </a:fld>
            <a:endParaRPr lang="it-IT" altLang="it-IT"/>
          </a:p>
        </p:txBody>
      </p:sp>
      <p:sp>
        <p:nvSpPr>
          <p:cNvPr id="1029" name="Rectangle 5">
            <a:extLst>
              <a:ext uri="{FF2B5EF4-FFF2-40B4-BE49-F238E27FC236}">
                <a16:creationId xmlns:a16="http://schemas.microsoft.com/office/drawing/2014/main" id="{93AB867A-31A9-4E37-A43B-D97EBB9FDDCD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1219200" y="6146800"/>
            <a:ext cx="2895600" cy="457200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100"/>
            </a:lvl1pPr>
          </a:lstStyle>
          <a:p>
            <a:pPr>
              <a:defRPr/>
            </a:pPr>
            <a:r>
              <a:rPr lang="it-IT" altLang="it-IT"/>
              <a:t>Titolo Presentazione</a:t>
            </a:r>
          </a:p>
        </p:txBody>
      </p:sp>
      <p:sp>
        <p:nvSpPr>
          <p:cNvPr id="1030" name="Rectangle 6">
            <a:extLst>
              <a:ext uri="{FF2B5EF4-FFF2-40B4-BE49-F238E27FC236}">
                <a16:creationId xmlns:a16="http://schemas.microsoft.com/office/drawing/2014/main" id="{30E12837-F2B6-429C-8770-EF95CB514CF3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1468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100"/>
            </a:lvl1pPr>
          </a:lstStyle>
          <a:p>
            <a:pPr>
              <a:defRPr/>
            </a:pPr>
            <a:r>
              <a:rPr lang="it-IT" altLang="it-IT"/>
              <a:t>Pagina </a:t>
            </a:r>
            <a:fld id="{5DBA8033-FE4F-4125-A7E1-671C2A38EF61}" type="slidenum">
              <a:rPr lang="it-IT" altLang="it-IT" smtClean="0"/>
              <a:pPr>
                <a:defRPr/>
              </a:pPr>
              <a:t>‹N›</a:t>
            </a:fld>
            <a:endParaRPr lang="it-IT" altLang="it-IT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0" r:id="rId1"/>
    <p:sldLayoutId id="2147483649" r:id="rId2"/>
  </p:sldLayoutIdLst>
  <mc:AlternateContent xmlns:mc="http://schemas.openxmlformats.org/markup-compatibility/2006">
    <mc:Choice xmlns:p159="http://schemas.microsoft.com/office/powerpoint/2015/09/main" Requires="p159">
      <p:transition spd="med">
        <p159:morph option="byObject"/>
      </p:transition>
    </mc:Choice>
    <mc:Fallback>
      <p:transition spd="med">
        <p:fade/>
      </p:transition>
    </mc:Fallback>
  </mc:AlternateContent>
  <p:hf hdr="0"/>
  <p:txStyles>
    <p:titleStyle>
      <a:lvl1pPr algn="l" rtl="0" eaLnBrk="0" fontAlgn="base" hangingPunct="0">
        <a:spcBef>
          <a:spcPct val="0"/>
        </a:spcBef>
        <a:spcAft>
          <a:spcPct val="0"/>
        </a:spcAft>
        <a:defRPr sz="2400" b="1" kern="1200">
          <a:solidFill>
            <a:srgbClr val="822433"/>
          </a:solidFill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2400" b="1">
          <a:solidFill>
            <a:srgbClr val="822433"/>
          </a:solidFill>
          <a:latin typeface="Arial" panose="020B0604020202020204" pitchFamily="34" charset="0"/>
          <a:ea typeface="ＭＳ Ｐゴシック" panose="020B0600070205080204" pitchFamily="34" charset="-128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2400" b="1">
          <a:solidFill>
            <a:srgbClr val="822433"/>
          </a:solidFill>
          <a:latin typeface="Arial" panose="020B0604020202020204" pitchFamily="34" charset="0"/>
          <a:ea typeface="ＭＳ Ｐゴシック" panose="020B0600070205080204" pitchFamily="34" charset="-128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2400" b="1">
          <a:solidFill>
            <a:srgbClr val="822433"/>
          </a:solidFill>
          <a:latin typeface="Arial" panose="020B0604020202020204" pitchFamily="34" charset="0"/>
          <a:ea typeface="ＭＳ Ｐゴシック" panose="020B0600070205080204" pitchFamily="34" charset="-128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2400" b="1">
          <a:solidFill>
            <a:srgbClr val="822433"/>
          </a:solidFill>
          <a:latin typeface="Arial" panose="020B0604020202020204" pitchFamily="34" charset="0"/>
          <a:ea typeface="ＭＳ Ｐゴシック" panose="020B0600070205080204" pitchFamily="34" charset="-128"/>
        </a:defRPr>
      </a:lvl5pPr>
      <a:lvl6pPr marL="457200" algn="l" rtl="0" fontAlgn="base">
        <a:spcBef>
          <a:spcPct val="0"/>
        </a:spcBef>
        <a:spcAft>
          <a:spcPct val="0"/>
        </a:spcAft>
        <a:defRPr sz="2400" b="1">
          <a:solidFill>
            <a:srgbClr val="822433"/>
          </a:solidFill>
          <a:latin typeface="Arial" panose="020B0604020202020204" pitchFamily="34" charset="0"/>
          <a:ea typeface="ＭＳ Ｐゴシック" panose="020B0600070205080204" pitchFamily="34" charset="-128"/>
        </a:defRPr>
      </a:lvl6pPr>
      <a:lvl7pPr marL="914400" algn="l" rtl="0" fontAlgn="base">
        <a:spcBef>
          <a:spcPct val="0"/>
        </a:spcBef>
        <a:spcAft>
          <a:spcPct val="0"/>
        </a:spcAft>
        <a:defRPr sz="2400" b="1">
          <a:solidFill>
            <a:srgbClr val="822433"/>
          </a:solidFill>
          <a:latin typeface="Arial" panose="020B0604020202020204" pitchFamily="34" charset="0"/>
          <a:ea typeface="ＭＳ Ｐゴシック" panose="020B0600070205080204" pitchFamily="34" charset="-128"/>
        </a:defRPr>
      </a:lvl7pPr>
      <a:lvl8pPr marL="1371600" algn="l" rtl="0" fontAlgn="base">
        <a:spcBef>
          <a:spcPct val="0"/>
        </a:spcBef>
        <a:spcAft>
          <a:spcPct val="0"/>
        </a:spcAft>
        <a:defRPr sz="2400" b="1">
          <a:solidFill>
            <a:srgbClr val="822433"/>
          </a:solidFill>
          <a:latin typeface="Arial" panose="020B0604020202020204" pitchFamily="34" charset="0"/>
          <a:ea typeface="ＭＳ Ｐゴシック" panose="020B0600070205080204" pitchFamily="34" charset="-128"/>
        </a:defRPr>
      </a:lvl8pPr>
      <a:lvl9pPr marL="1828800" algn="l" rtl="0" fontAlgn="base">
        <a:spcBef>
          <a:spcPct val="0"/>
        </a:spcBef>
        <a:spcAft>
          <a:spcPct val="0"/>
        </a:spcAft>
        <a:defRPr sz="2400" b="1">
          <a:solidFill>
            <a:srgbClr val="822433"/>
          </a:solidFill>
          <a:latin typeface="Arial" panose="020B0604020202020204" pitchFamily="34" charset="0"/>
          <a:ea typeface="ＭＳ Ｐゴシック" panose="020B0600070205080204" pitchFamily="34" charset="-128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lr>
          <a:srgbClr val="822433"/>
        </a:buClr>
        <a:buChar char="•"/>
        <a:defRPr sz="2400" kern="1200">
          <a:solidFill>
            <a:srgbClr val="000000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000" kern="1200">
          <a:solidFill>
            <a:srgbClr val="000000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1600" kern="1200">
          <a:solidFill>
            <a:srgbClr val="000000"/>
          </a:solidFill>
          <a:latin typeface="+mn-lt"/>
          <a:ea typeface="+mn-ea"/>
          <a:cs typeface="+mn-cs"/>
        </a:defRPr>
      </a:lvl3pPr>
      <a:lvl4pPr marL="1562100" indent="-228600" algn="l" rtl="0" eaLnBrk="0" fontAlgn="base" hangingPunct="0">
        <a:spcBef>
          <a:spcPct val="20000"/>
        </a:spcBef>
        <a:spcAft>
          <a:spcPct val="0"/>
        </a:spcAft>
        <a:buChar char="–"/>
        <a:defRPr sz="1400" kern="1200">
          <a:solidFill>
            <a:srgbClr val="000000"/>
          </a:solidFill>
          <a:latin typeface="+mn-lt"/>
          <a:ea typeface="+mn-ea"/>
          <a:cs typeface="+mn-cs"/>
        </a:defRPr>
      </a:lvl4pPr>
      <a:lvl5pPr marL="1981200" indent="-228600" algn="l" rtl="0" eaLnBrk="0" fontAlgn="base" hangingPunct="0">
        <a:spcBef>
          <a:spcPct val="20000"/>
        </a:spcBef>
        <a:spcAft>
          <a:spcPct val="0"/>
        </a:spcAft>
        <a:buChar char="»"/>
        <a:defRPr sz="1200" kern="1200">
          <a:solidFill>
            <a:srgbClr val="000000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it-IT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.png"/><Relationship Id="rId4" Type="http://schemas.openxmlformats.org/officeDocument/2006/relationships/image" Target="../media/image2.jpe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png"/><Relationship Id="rId5" Type="http://schemas.openxmlformats.org/officeDocument/2006/relationships/image" Target="../media/image8.png"/><Relationship Id="rId4" Type="http://schemas.openxmlformats.org/officeDocument/2006/relationships/customXml" Target="../ink/ink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1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1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1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1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1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1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1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1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1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1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1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1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1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1.xml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44.xml"/><Relationship Id="rId1" Type="http://schemas.openxmlformats.org/officeDocument/2006/relationships/slideLayout" Target="../slideLayouts/slideLayout1.xml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4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4.png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46.xml"/><Relationship Id="rId1" Type="http://schemas.openxmlformats.org/officeDocument/2006/relationships/slideLayout" Target="../slideLayouts/slideLayout1.xml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47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4.png"/><Relationship Id="rId4" Type="http://schemas.openxmlformats.org/officeDocument/2006/relationships/image" Target="../media/image15.png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8.xml"/><Relationship Id="rId1" Type="http://schemas.openxmlformats.org/officeDocument/2006/relationships/slideLayout" Target="../slideLayouts/slideLayout1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9.xml"/><Relationship Id="rId1" Type="http://schemas.openxmlformats.org/officeDocument/2006/relationships/slideLayout" Target="../slideLayouts/slideLayout1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0.xml"/><Relationship Id="rId1" Type="http://schemas.openxmlformats.org/officeDocument/2006/relationships/slideLayout" Target="../slideLayouts/slideLayout1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1.xml"/><Relationship Id="rId1" Type="http://schemas.openxmlformats.org/officeDocument/2006/relationships/slideLayout" Target="../slideLayouts/slideLayout1.xml"/></Relationships>
</file>

<file path=ppt/slides/_rels/slide5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52.xml"/><Relationship Id="rId1" Type="http://schemas.openxmlformats.org/officeDocument/2006/relationships/slideLayout" Target="../slideLayouts/slideLayout1.xml"/></Relationships>
</file>

<file path=ppt/slides/_rels/slide5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53.xml"/><Relationship Id="rId1" Type="http://schemas.openxmlformats.org/officeDocument/2006/relationships/slideLayout" Target="../slideLayouts/slideLayout1.xml"/></Relationships>
</file>

<file path=ppt/slides/_rels/slide5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54.xml"/><Relationship Id="rId1" Type="http://schemas.openxmlformats.org/officeDocument/2006/relationships/slideLayout" Target="../slideLayouts/slideLayout1.xml"/></Relationships>
</file>

<file path=ppt/slides/_rels/slide5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5.xml"/><Relationship Id="rId1" Type="http://schemas.openxmlformats.org/officeDocument/2006/relationships/slideLayout" Target="../slideLayouts/slideLayout1.xml"/></Relationships>
</file>

<file path=ppt/slides/_rels/slide5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5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8.png"/></Relationships>
</file>

<file path=ppt/slides/_rels/slide5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57.xml"/><Relationship Id="rId1" Type="http://schemas.openxmlformats.org/officeDocument/2006/relationships/slideLayout" Target="../slideLayouts/slideLayout1.xml"/></Relationships>
</file>

<file path=ppt/slides/_rels/slide5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8.xml"/><Relationship Id="rId1" Type="http://schemas.openxmlformats.org/officeDocument/2006/relationships/slideLayout" Target="../slideLayouts/slideLayout1.xml"/></Relationships>
</file>

<file path=ppt/slides/_rels/slide5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9.xml"/><Relationship Id="rId1" Type="http://schemas.openxmlformats.org/officeDocument/2006/relationships/slideLayout" Target="../slideLayouts/slideLayout1.xml"/></Relationships>
</file>

<file path=ppt/slides/_rels/slide6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60.xml"/><Relationship Id="rId1" Type="http://schemas.openxmlformats.org/officeDocument/2006/relationships/slideLayout" Target="../slideLayouts/slideLayout1.xml"/></Relationships>
</file>

<file path=ppt/slides/_rels/slide6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1.xml"/><Relationship Id="rId1" Type="http://schemas.openxmlformats.org/officeDocument/2006/relationships/slideLayout" Target="../slideLayouts/slideLayout1.xml"/></Relationships>
</file>

<file path=ppt/slides/_rels/slide6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2.xml"/><Relationship Id="rId1" Type="http://schemas.openxmlformats.org/officeDocument/2006/relationships/slideLayout" Target="../slideLayouts/slideLayout1.xml"/></Relationships>
</file>

<file path=ppt/slides/_rels/slide6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63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.png"/><Relationship Id="rId4" Type="http://schemas.openxmlformats.org/officeDocument/2006/relationships/image" Target="../media/image2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11">
            <a:extLst>
              <a:ext uri="{FF2B5EF4-FFF2-40B4-BE49-F238E27FC236}">
                <a16:creationId xmlns:a16="http://schemas.microsoft.com/office/drawing/2014/main" id="{267DC902-A624-4C76-8EAF-751F3DF331FE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-300653"/>
            <a:ext cx="9144000" cy="4905375"/>
          </a:xfrm>
          <a:prstGeom prst="rect">
            <a:avLst/>
          </a:prstGeom>
          <a:solidFill>
            <a:srgbClr val="006778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rgbClr val="822433"/>
              </a:buClr>
              <a:buChar char="•"/>
              <a:defRPr sz="24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16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14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12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endParaRPr lang="it-IT" altLang="it-IT" sz="900"/>
          </a:p>
        </p:txBody>
      </p:sp>
      <p:sp>
        <p:nvSpPr>
          <p:cNvPr id="4099" name="Rectangle 3">
            <a:extLst>
              <a:ext uri="{FF2B5EF4-FFF2-40B4-BE49-F238E27FC236}">
                <a16:creationId xmlns:a16="http://schemas.microsoft.com/office/drawing/2014/main" id="{E95D14FC-551C-4056-B734-9753F1705EE5}"/>
              </a:ext>
            </a:extLst>
          </p:cNvPr>
          <p:cNvSpPr>
            <a:spLocks noGrp="1" noChangeArrowheads="1"/>
          </p:cNvSpPr>
          <p:nvPr>
            <p:ph type="ctrTitle"/>
          </p:nvPr>
        </p:nvSpPr>
        <p:spPr>
          <a:xfrm>
            <a:off x="1331640" y="1038337"/>
            <a:ext cx="6769100" cy="879251"/>
          </a:xfrm>
        </p:spPr>
        <p:txBody>
          <a:bodyPr anchor="t"/>
          <a:lstStyle/>
          <a:p>
            <a:pPr eaLnBrk="1" hangingPunct="1"/>
            <a:r>
              <a:rPr lang="it-IT" sz="2400" i="0" dirty="0" err="1">
                <a:solidFill>
                  <a:schemeClr val="bg1"/>
                </a:solidFill>
                <a:effectLst/>
              </a:rPr>
              <a:t>Integratin</a:t>
            </a:r>
            <a:r>
              <a:rPr lang="it-IT" sz="2400" dirty="0" err="1">
                <a:solidFill>
                  <a:schemeClr val="bg1"/>
                </a:solidFill>
              </a:rPr>
              <a:t>g</a:t>
            </a:r>
            <a:r>
              <a:rPr lang="it-IT" sz="2400" dirty="0">
                <a:solidFill>
                  <a:schemeClr val="bg1"/>
                </a:solidFill>
              </a:rPr>
              <a:t> Zero-Knowledge in SCAPI</a:t>
            </a:r>
            <a:br>
              <a:rPr lang="it-IT" altLang="it-IT" sz="2400" dirty="0">
                <a:solidFill>
                  <a:schemeClr val="bg1"/>
                </a:solidFill>
              </a:rPr>
            </a:br>
            <a:endParaRPr lang="it-IT" altLang="it-IT" sz="2400" dirty="0">
              <a:solidFill>
                <a:schemeClr val="bg1"/>
              </a:solidFill>
            </a:endParaRPr>
          </a:p>
        </p:txBody>
      </p:sp>
      <p:grpSp>
        <p:nvGrpSpPr>
          <p:cNvPr id="4100" name="Group 17">
            <a:extLst>
              <a:ext uri="{FF2B5EF4-FFF2-40B4-BE49-F238E27FC236}">
                <a16:creationId xmlns:a16="http://schemas.microsoft.com/office/drawing/2014/main" id="{2D2EEADD-500C-42BA-9607-BB90380440B8}"/>
              </a:ext>
            </a:extLst>
          </p:cNvPr>
          <p:cNvGrpSpPr>
            <a:grpSpLocks/>
          </p:cNvGrpSpPr>
          <p:nvPr/>
        </p:nvGrpSpPr>
        <p:grpSpPr bwMode="auto">
          <a:xfrm>
            <a:off x="-11113" y="3427413"/>
            <a:ext cx="9155113" cy="3427412"/>
            <a:chOff x="0" y="2675"/>
            <a:chExt cx="5761" cy="1645"/>
          </a:xfrm>
        </p:grpSpPr>
        <p:pic>
          <p:nvPicPr>
            <p:cNvPr id="4104" name="Picture 15" descr="Fondino">
              <a:extLst>
                <a:ext uri="{FF2B5EF4-FFF2-40B4-BE49-F238E27FC236}">
                  <a16:creationId xmlns:a16="http://schemas.microsoft.com/office/drawing/2014/main" id="{CB42C5A4-4FBC-4C9B-9C84-71F913222C72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0" y="3090"/>
              <a:ext cx="5760" cy="123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4105" name="Picture 16" descr="fascia">
              <a:extLst>
                <a:ext uri="{FF2B5EF4-FFF2-40B4-BE49-F238E27FC236}">
                  <a16:creationId xmlns:a16="http://schemas.microsoft.com/office/drawing/2014/main" id="{BE330423-C033-4972-8FA4-097595E476A1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317" y="2675"/>
              <a:ext cx="4444" cy="42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sp>
        <p:nvSpPr>
          <p:cNvPr id="4101" name="CasellaDiTesto 2">
            <a:extLst>
              <a:ext uri="{FF2B5EF4-FFF2-40B4-BE49-F238E27FC236}">
                <a16:creationId xmlns:a16="http://schemas.microsoft.com/office/drawing/2014/main" id="{63758B8A-8CEB-444E-A7EB-3F7A5033280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290763" y="3427413"/>
            <a:ext cx="6146800" cy="830997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>
            <a:lvl1pPr>
              <a:defRPr sz="9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9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9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9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9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9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9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9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9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/>
            <a:r>
              <a:rPr lang="it-IT" altLang="it-IT" sz="1600" dirty="0">
                <a:latin typeface="+mn-lt"/>
              </a:rPr>
              <a:t>Facoltà di Ingegneria </a:t>
            </a:r>
            <a:r>
              <a:rPr lang="it-IT" altLang="it-IT" sz="1600" dirty="0"/>
              <a:t>dell’Informazione, Informatica e Statistica</a:t>
            </a:r>
          </a:p>
          <a:p>
            <a:pPr eaLnBrk="1" hangingPunct="1"/>
            <a:r>
              <a:rPr lang="it-IT" altLang="it-IT" sz="1600" dirty="0"/>
              <a:t>Corso di Laurea in Informatica</a:t>
            </a:r>
          </a:p>
          <a:p>
            <a:pPr>
              <a:defRPr/>
            </a:pPr>
            <a:endParaRPr lang="it-IT" altLang="it-IT" sz="1600" dirty="0">
              <a:latin typeface="+mn-lt"/>
            </a:endParaRPr>
          </a:p>
        </p:txBody>
      </p:sp>
      <p:pic>
        <p:nvPicPr>
          <p:cNvPr id="11" name="Picture 10" descr="A white text on a black background&#10;&#10;Description automatically generated with medium confidence">
            <a:extLst>
              <a:ext uri="{FF2B5EF4-FFF2-40B4-BE49-F238E27FC236}">
                <a16:creationId xmlns:a16="http://schemas.microsoft.com/office/drawing/2014/main" id="{22F9C5F7-FD61-A349-ECD3-BD63DBD74EF5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03648" y="4631736"/>
            <a:ext cx="2552120" cy="787692"/>
          </a:xfrm>
          <a:prstGeom prst="rect">
            <a:avLst/>
          </a:prstGeom>
        </p:spPr>
      </p:pic>
      <p:sp>
        <p:nvSpPr>
          <p:cNvPr id="4103" name="CasellaDiTesto 4">
            <a:extLst>
              <a:ext uri="{FF2B5EF4-FFF2-40B4-BE49-F238E27FC236}">
                <a16:creationId xmlns:a16="http://schemas.microsoft.com/office/drawing/2014/main" id="{625E1531-1EFA-45A3-97A8-64657F6D0A3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756940" y="5030321"/>
            <a:ext cx="3455987" cy="132343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822433"/>
              </a:buClr>
              <a:buChar char="•"/>
              <a:defRPr sz="24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16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14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12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r>
              <a:rPr lang="it-IT" altLang="it-IT" sz="1600" dirty="0">
                <a:solidFill>
                  <a:schemeClr val="bg1"/>
                </a:solidFill>
              </a:rPr>
              <a:t>Candidato: Ilaria Scarselli</a:t>
            </a:r>
          </a:p>
          <a:p>
            <a:pPr>
              <a:spcBef>
                <a:spcPct val="0"/>
              </a:spcBef>
              <a:buClrTx/>
              <a:buFontTx/>
              <a:buNone/>
            </a:pPr>
            <a:endParaRPr lang="it-IT" altLang="it-IT" sz="1600" dirty="0">
              <a:solidFill>
                <a:schemeClr val="bg1"/>
              </a:solidFill>
            </a:endParaRPr>
          </a:p>
          <a:p>
            <a:pPr>
              <a:spcBef>
                <a:spcPct val="0"/>
              </a:spcBef>
              <a:buClrTx/>
              <a:buFontTx/>
              <a:buNone/>
            </a:pPr>
            <a:r>
              <a:rPr lang="it-IT" altLang="it-IT" sz="1600" dirty="0">
                <a:solidFill>
                  <a:schemeClr val="bg1"/>
                </a:solidFill>
              </a:rPr>
              <a:t>Relatore: Daniele Venturi</a:t>
            </a:r>
          </a:p>
          <a:p>
            <a:pPr>
              <a:spcBef>
                <a:spcPct val="0"/>
              </a:spcBef>
              <a:buClrTx/>
              <a:buFontTx/>
              <a:buNone/>
            </a:pPr>
            <a:endParaRPr lang="it-IT" altLang="it-IT" sz="1600" dirty="0">
              <a:solidFill>
                <a:schemeClr val="bg1"/>
              </a:solidFill>
            </a:endParaRPr>
          </a:p>
          <a:p>
            <a:pPr>
              <a:spcBef>
                <a:spcPct val="0"/>
              </a:spcBef>
              <a:buClrTx/>
              <a:buFontTx/>
              <a:buNone/>
            </a:pPr>
            <a:r>
              <a:rPr lang="it-IT" altLang="it-IT" sz="1600" dirty="0">
                <a:solidFill>
                  <a:schemeClr val="bg1"/>
                </a:solidFill>
              </a:rPr>
              <a:t>Anno Accademico: 2022/2023</a:t>
            </a:r>
          </a:p>
        </p:txBody>
      </p:sp>
    </p:spTree>
    <p:extLst>
      <p:ext uri="{BB962C8B-B14F-4D97-AF65-F5344CB8AC3E}">
        <p14:creationId xmlns:p14="http://schemas.microsoft.com/office/powerpoint/2010/main" val="3278762141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Segnaposto piè di pagina 4">
            <a:extLst>
              <a:ext uri="{FF2B5EF4-FFF2-40B4-BE49-F238E27FC236}">
                <a16:creationId xmlns:a16="http://schemas.microsoft.com/office/drawing/2014/main" id="{713867C7-99F0-42C1-BDF1-1330231C60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295400" y="6219825"/>
            <a:ext cx="2895600" cy="457200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rgbClr val="822433"/>
              </a:buClr>
              <a:buChar char="•"/>
              <a:defRPr sz="24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16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14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12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r>
              <a:rPr lang="it-IT" altLang="it-IT" sz="1100" dirty="0" err="1">
                <a:solidFill>
                  <a:schemeClr val="bg1"/>
                </a:solidFill>
              </a:rPr>
              <a:t>Integrating</a:t>
            </a:r>
            <a:r>
              <a:rPr lang="it-IT" altLang="it-IT" sz="1100" dirty="0">
                <a:solidFill>
                  <a:schemeClr val="bg1"/>
                </a:solidFill>
              </a:rPr>
              <a:t> Zero-Knowledge in SCAPI</a:t>
            </a:r>
          </a:p>
        </p:txBody>
      </p:sp>
      <p:sp>
        <p:nvSpPr>
          <p:cNvPr id="6" name="Segnaposto data 3">
            <a:extLst>
              <a:ext uri="{FF2B5EF4-FFF2-40B4-BE49-F238E27FC236}">
                <a16:creationId xmlns:a16="http://schemas.microsoft.com/office/drawing/2014/main" id="{55BEB4CF-D7F4-07C6-F774-7F44CFB6B3E3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343400" y="6146800"/>
            <a:ext cx="1905000" cy="457200"/>
          </a:xfrm>
        </p:spPr>
        <p:txBody>
          <a:bodyPr/>
          <a:lstStyle/>
          <a:p>
            <a:r>
              <a:rPr lang="it-IT" altLang="it-IT" dirty="0">
                <a:solidFill>
                  <a:schemeClr val="bg1"/>
                </a:solidFill>
              </a:rPr>
              <a:t>11/12/2023</a:t>
            </a:r>
          </a:p>
        </p:txBody>
      </p:sp>
      <p:sp>
        <p:nvSpPr>
          <p:cNvPr id="21" name="Rettangolo 20">
            <a:extLst>
              <a:ext uri="{FF2B5EF4-FFF2-40B4-BE49-F238E27FC236}">
                <a16:creationId xmlns:a16="http://schemas.microsoft.com/office/drawing/2014/main" id="{D0BA5FCB-10D6-0CD3-0772-A1B020E3967E}"/>
              </a:ext>
            </a:extLst>
          </p:cNvPr>
          <p:cNvSpPr/>
          <p:nvPr/>
        </p:nvSpPr>
        <p:spPr bwMode="auto">
          <a:xfrm>
            <a:off x="0" y="620688"/>
            <a:ext cx="3960440" cy="246224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it-IT" sz="900" b="0" i="0" u="none" strike="noStrike" cap="none" normalizeH="0" baseline="0">
              <a:ln>
                <a:noFill/>
              </a:ln>
              <a:solidFill>
                <a:schemeClr val="bg1"/>
              </a:solidFill>
              <a:effectLst/>
              <a:latin typeface="Arial" panose="020B0604020202020204" pitchFamily="34" charset="0"/>
              <a:ea typeface="ＭＳ Ｐゴシック" panose="020B0600070205080204" pitchFamily="34" charset="-128"/>
            </a:endParaRPr>
          </a:p>
        </p:txBody>
      </p:sp>
      <p:sp>
        <p:nvSpPr>
          <p:cNvPr id="2" name="Segnaposto numero diapositiva 5">
            <a:extLst>
              <a:ext uri="{FF2B5EF4-FFF2-40B4-BE49-F238E27FC236}">
                <a16:creationId xmlns:a16="http://schemas.microsoft.com/office/drawing/2014/main" id="{23CDD47C-4CEB-8639-F2E7-D6D2F85D31A7}"/>
              </a:ext>
            </a:extLst>
          </p:cNvPr>
          <p:cNvSpPr txBox="1">
            <a:spLocks/>
          </p:cNvSpPr>
          <p:nvPr/>
        </p:nvSpPr>
        <p:spPr bwMode="auto">
          <a:xfrm>
            <a:off x="6548472" y="6146800"/>
            <a:ext cx="19050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defPPr>
              <a:defRPr lang="it-IT"/>
            </a:defPPr>
            <a:lvl1pPr algn="r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22433"/>
              </a:buClr>
              <a:buChar char="•"/>
              <a:defRPr sz="2400" kern="12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 kern="12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1600" kern="12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1400" kern="12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 kern="12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defRPr>
            </a:lvl5pPr>
            <a:lvl6pPr marL="2514600" indent="-228600" algn="l" defTabSz="914400" rtl="0" eaLnBrk="0" fontAlgn="base" latinLnBrk="0" hangingPunct="0">
              <a:spcBef>
                <a:spcPct val="20000"/>
              </a:spcBef>
              <a:spcAft>
                <a:spcPct val="0"/>
              </a:spcAft>
              <a:buChar char="»"/>
              <a:defRPr sz="1200" kern="12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defRPr>
            </a:lvl6pPr>
            <a:lvl7pPr marL="2971800" indent="-228600" algn="l" defTabSz="914400" rtl="0" eaLnBrk="0" fontAlgn="base" latinLnBrk="0" hangingPunct="0">
              <a:spcBef>
                <a:spcPct val="20000"/>
              </a:spcBef>
              <a:spcAft>
                <a:spcPct val="0"/>
              </a:spcAft>
              <a:buChar char="»"/>
              <a:defRPr sz="1200" kern="12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defRPr>
            </a:lvl7pPr>
            <a:lvl8pPr marL="3429000" indent="-228600" algn="l" defTabSz="914400" rtl="0" eaLnBrk="0" fontAlgn="base" latinLnBrk="0" hangingPunct="0">
              <a:spcBef>
                <a:spcPct val="20000"/>
              </a:spcBef>
              <a:spcAft>
                <a:spcPct val="0"/>
              </a:spcAft>
              <a:buChar char="»"/>
              <a:defRPr sz="1200" kern="12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defRPr>
            </a:lvl8pPr>
            <a:lvl9pPr marL="3886200" indent="-228600" algn="l" defTabSz="914400" rtl="0" eaLnBrk="0" fontAlgn="base" latinLnBrk="0" hangingPunct="0">
              <a:spcBef>
                <a:spcPct val="20000"/>
              </a:spcBef>
              <a:spcAft>
                <a:spcPct val="0"/>
              </a:spcAft>
              <a:buChar char="»"/>
              <a:defRPr sz="1200" kern="12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r>
              <a:rPr lang="it-IT" altLang="it-IT" sz="1100" dirty="0">
                <a:solidFill>
                  <a:schemeClr val="bg1"/>
                </a:solidFill>
              </a:rPr>
              <a:t>Pagina 1</a:t>
            </a:r>
          </a:p>
        </p:txBody>
      </p:sp>
      <p:sp>
        <p:nvSpPr>
          <p:cNvPr id="4" name="Rectangle 2">
            <a:extLst>
              <a:ext uri="{FF2B5EF4-FFF2-40B4-BE49-F238E27FC236}">
                <a16:creationId xmlns:a16="http://schemas.microsoft.com/office/drawing/2014/main" id="{08C22CE2-C3D6-2049-0DF7-E203F0E1DD6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0" y="2830523"/>
            <a:ext cx="9144000" cy="5048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2400" b="1" kern="1200">
                <a:solidFill>
                  <a:srgbClr val="822433"/>
                </a:solidFill>
                <a:latin typeface="+mj-lt"/>
                <a:ea typeface="+mj-ea"/>
                <a:cs typeface="+mj-cs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822433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822433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822433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822433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822433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822433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822433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822433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algn="ctr" eaLnBrk="1" hangingPunct="1"/>
            <a:r>
              <a:rPr lang="it-IT" altLang="it-IT" dirty="0"/>
              <a:t>I protocolli considerati</a:t>
            </a:r>
          </a:p>
        </p:txBody>
      </p:sp>
    </p:spTree>
    <p:extLst>
      <p:ext uri="{BB962C8B-B14F-4D97-AF65-F5344CB8AC3E}">
        <p14:creationId xmlns:p14="http://schemas.microsoft.com/office/powerpoint/2010/main" val="4265154210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magine 4" descr="Immagine che contiene schermata, design&#10;&#10;Descrizione generata automaticamente">
            <a:extLst>
              <a:ext uri="{FF2B5EF4-FFF2-40B4-BE49-F238E27FC236}">
                <a16:creationId xmlns:a16="http://schemas.microsoft.com/office/drawing/2014/main" id="{6F09D74F-245C-85C2-D16F-139E10E10BE3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4708" t="34803" r="35176" b="35312"/>
          <a:stretch/>
        </p:blipFill>
        <p:spPr>
          <a:xfrm>
            <a:off x="5612967" y="1238410"/>
            <a:ext cx="3303569" cy="1844040"/>
          </a:xfrm>
          <a:prstGeom prst="rect">
            <a:avLst/>
          </a:prstGeom>
        </p:spPr>
      </p:pic>
      <p:sp>
        <p:nvSpPr>
          <p:cNvPr id="9" name="Segnaposto piè di pagina 4">
            <a:extLst>
              <a:ext uri="{FF2B5EF4-FFF2-40B4-BE49-F238E27FC236}">
                <a16:creationId xmlns:a16="http://schemas.microsoft.com/office/drawing/2014/main" id="{713867C7-99F0-42C1-BDF1-1330231C60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295400" y="6219825"/>
            <a:ext cx="2895600" cy="457200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rgbClr val="822433"/>
              </a:buClr>
              <a:buChar char="•"/>
              <a:defRPr sz="24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16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14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12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r>
              <a:rPr lang="it-IT" altLang="it-IT" sz="1100" dirty="0" err="1">
                <a:solidFill>
                  <a:schemeClr val="bg1"/>
                </a:solidFill>
              </a:rPr>
              <a:t>Integrating</a:t>
            </a:r>
            <a:r>
              <a:rPr lang="it-IT" altLang="it-IT" sz="1100" dirty="0">
                <a:solidFill>
                  <a:schemeClr val="bg1"/>
                </a:solidFill>
              </a:rPr>
              <a:t> Zero-Knowledge in SCAPI</a:t>
            </a:r>
          </a:p>
        </p:txBody>
      </p:sp>
      <p:sp>
        <p:nvSpPr>
          <p:cNvPr id="6" name="Segnaposto data 3">
            <a:extLst>
              <a:ext uri="{FF2B5EF4-FFF2-40B4-BE49-F238E27FC236}">
                <a16:creationId xmlns:a16="http://schemas.microsoft.com/office/drawing/2014/main" id="{55BEB4CF-D7F4-07C6-F774-7F44CFB6B3E3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343400" y="6146800"/>
            <a:ext cx="1905000" cy="457200"/>
          </a:xfrm>
        </p:spPr>
        <p:txBody>
          <a:bodyPr/>
          <a:lstStyle/>
          <a:p>
            <a:r>
              <a:rPr lang="it-IT" altLang="it-IT" dirty="0">
                <a:solidFill>
                  <a:schemeClr val="bg1"/>
                </a:solidFill>
              </a:rPr>
              <a:t>11/12/2023</a:t>
            </a:r>
          </a:p>
          <a:p>
            <a:endParaRPr lang="it-IT" altLang="it-IT" dirty="0"/>
          </a:p>
        </p:txBody>
      </p:sp>
      <p:sp>
        <p:nvSpPr>
          <p:cNvPr id="21" name="Rettangolo 20">
            <a:extLst>
              <a:ext uri="{FF2B5EF4-FFF2-40B4-BE49-F238E27FC236}">
                <a16:creationId xmlns:a16="http://schemas.microsoft.com/office/drawing/2014/main" id="{D0BA5FCB-10D6-0CD3-0772-A1B020E3967E}"/>
              </a:ext>
            </a:extLst>
          </p:cNvPr>
          <p:cNvSpPr/>
          <p:nvPr/>
        </p:nvSpPr>
        <p:spPr bwMode="auto">
          <a:xfrm>
            <a:off x="-47680" y="1702728"/>
            <a:ext cx="3960440" cy="246224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it-IT" sz="900" b="0" i="0" u="none" strike="noStrike" cap="none" normalizeH="0" baseline="0">
              <a:ln>
                <a:noFill/>
              </a:ln>
              <a:solidFill>
                <a:schemeClr val="bg1"/>
              </a:solidFill>
              <a:effectLst/>
              <a:latin typeface="Arial" panose="020B0604020202020204" pitchFamily="34" charset="0"/>
              <a:ea typeface="ＭＳ Ｐゴシック" panose="020B0600070205080204" pitchFamily="34" charset="-128"/>
            </a:endParaRPr>
          </a:p>
        </p:txBody>
      </p:sp>
      <p:sp>
        <p:nvSpPr>
          <p:cNvPr id="2" name="Segnaposto numero diapositiva 5">
            <a:extLst>
              <a:ext uri="{FF2B5EF4-FFF2-40B4-BE49-F238E27FC236}">
                <a16:creationId xmlns:a16="http://schemas.microsoft.com/office/drawing/2014/main" id="{23CDD47C-4CEB-8639-F2E7-D6D2F85D31A7}"/>
              </a:ext>
            </a:extLst>
          </p:cNvPr>
          <p:cNvSpPr txBox="1">
            <a:spLocks/>
          </p:cNvSpPr>
          <p:nvPr/>
        </p:nvSpPr>
        <p:spPr bwMode="auto">
          <a:xfrm>
            <a:off x="6548472" y="6146800"/>
            <a:ext cx="19050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defPPr>
              <a:defRPr lang="it-IT"/>
            </a:defPPr>
            <a:lvl1pPr algn="r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22433"/>
              </a:buClr>
              <a:buChar char="•"/>
              <a:defRPr sz="2400" kern="12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 kern="12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1600" kern="12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1400" kern="12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 kern="12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defRPr>
            </a:lvl5pPr>
            <a:lvl6pPr marL="2514600" indent="-228600" algn="l" defTabSz="914400" rtl="0" eaLnBrk="0" fontAlgn="base" latinLnBrk="0" hangingPunct="0">
              <a:spcBef>
                <a:spcPct val="20000"/>
              </a:spcBef>
              <a:spcAft>
                <a:spcPct val="0"/>
              </a:spcAft>
              <a:buChar char="»"/>
              <a:defRPr sz="1200" kern="12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defRPr>
            </a:lvl6pPr>
            <a:lvl7pPr marL="2971800" indent="-228600" algn="l" defTabSz="914400" rtl="0" eaLnBrk="0" fontAlgn="base" latinLnBrk="0" hangingPunct="0">
              <a:spcBef>
                <a:spcPct val="20000"/>
              </a:spcBef>
              <a:spcAft>
                <a:spcPct val="0"/>
              </a:spcAft>
              <a:buChar char="»"/>
              <a:defRPr sz="1200" kern="12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defRPr>
            </a:lvl7pPr>
            <a:lvl8pPr marL="3429000" indent="-228600" algn="l" defTabSz="914400" rtl="0" eaLnBrk="0" fontAlgn="base" latinLnBrk="0" hangingPunct="0">
              <a:spcBef>
                <a:spcPct val="20000"/>
              </a:spcBef>
              <a:spcAft>
                <a:spcPct val="0"/>
              </a:spcAft>
              <a:buChar char="»"/>
              <a:defRPr sz="1200" kern="12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defRPr>
            </a:lvl8pPr>
            <a:lvl9pPr marL="3886200" indent="-228600" algn="l" defTabSz="914400" rtl="0" eaLnBrk="0" fontAlgn="base" latinLnBrk="0" hangingPunct="0">
              <a:spcBef>
                <a:spcPct val="20000"/>
              </a:spcBef>
              <a:spcAft>
                <a:spcPct val="0"/>
              </a:spcAft>
              <a:buChar char="»"/>
              <a:defRPr sz="1200" kern="12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r>
              <a:rPr lang="it-IT" altLang="it-IT" sz="1100" dirty="0">
                <a:solidFill>
                  <a:schemeClr val="bg1"/>
                </a:solidFill>
              </a:rPr>
              <a:t>Pagina 1</a:t>
            </a:r>
          </a:p>
        </p:txBody>
      </p:sp>
      <p:sp>
        <p:nvSpPr>
          <p:cNvPr id="4" name="Rectangle 2">
            <a:extLst>
              <a:ext uri="{FF2B5EF4-FFF2-40B4-BE49-F238E27FC236}">
                <a16:creationId xmlns:a16="http://schemas.microsoft.com/office/drawing/2014/main" id="{08C22CE2-C3D6-2049-0DF7-E203F0E1DD6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0" y="368275"/>
            <a:ext cx="9144000" cy="5048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2400" b="1" kern="1200">
                <a:solidFill>
                  <a:srgbClr val="822433"/>
                </a:solidFill>
                <a:latin typeface="+mj-lt"/>
                <a:ea typeface="+mj-ea"/>
                <a:cs typeface="+mj-cs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822433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822433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822433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822433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822433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822433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822433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822433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algn="ctr" eaLnBrk="1" hangingPunct="1"/>
            <a:r>
              <a:rPr lang="it-IT" altLang="it-IT" dirty="0"/>
              <a:t>I protocolli considerati</a:t>
            </a:r>
          </a:p>
        </p:txBody>
      </p:sp>
      <p:sp>
        <p:nvSpPr>
          <p:cNvPr id="7" name="Rettangolo 6">
            <a:extLst>
              <a:ext uri="{FF2B5EF4-FFF2-40B4-BE49-F238E27FC236}">
                <a16:creationId xmlns:a16="http://schemas.microsoft.com/office/drawing/2014/main" id="{38B2C977-9E17-5108-1D35-53BB1E651F17}"/>
              </a:ext>
            </a:extLst>
          </p:cNvPr>
          <p:cNvSpPr/>
          <p:nvPr/>
        </p:nvSpPr>
        <p:spPr bwMode="auto">
          <a:xfrm>
            <a:off x="2307880" y="1604012"/>
            <a:ext cx="1356360" cy="37338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900" b="0" i="0" u="none" strike="noStrike" cap="none" normalizeH="0" baseline="0">
              <a:ln>
                <a:noFill/>
              </a:ln>
              <a:solidFill>
                <a:schemeClr val="bg1"/>
              </a:solidFill>
              <a:effectLst/>
              <a:latin typeface="Arial" panose="020B0604020202020204" pitchFamily="34" charset="0"/>
              <a:ea typeface="ＭＳ Ｐゴシック" panose="020B0600070205080204" pitchFamily="34" charset="-128"/>
            </a:endParaRPr>
          </a:p>
        </p:txBody>
      </p:sp>
      <p:sp>
        <p:nvSpPr>
          <p:cNvPr id="8" name="Rettangolo 7">
            <a:extLst>
              <a:ext uri="{FF2B5EF4-FFF2-40B4-BE49-F238E27FC236}">
                <a16:creationId xmlns:a16="http://schemas.microsoft.com/office/drawing/2014/main" id="{FA99151A-D1C8-E77D-6E50-7613831BCC44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 bwMode="auto">
          <a:xfrm>
            <a:off x="7560176" y="2625250"/>
            <a:ext cx="1356360" cy="457200"/>
          </a:xfrm>
          <a:prstGeom prst="rect">
            <a:avLst/>
          </a:prstGeom>
          <a:solidFill>
            <a:schemeClr val="accent3"/>
          </a:solidFill>
          <a:ln>
            <a:noFill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900" b="0" i="0" u="none" strike="noStrike" cap="none" normalizeH="0" baseline="0">
              <a:ln>
                <a:noFill/>
              </a:ln>
              <a:solidFill>
                <a:schemeClr val="bg1"/>
              </a:solidFill>
              <a:effectLst/>
              <a:latin typeface="Arial" panose="020B0604020202020204" pitchFamily="34" charset="0"/>
              <a:ea typeface="ＭＳ Ｐゴシック" panose="020B0600070205080204" pitchFamily="34" charset="-128"/>
            </a:endParaRPr>
          </a:p>
        </p:txBody>
      </p:sp>
      <p:sp>
        <p:nvSpPr>
          <p:cNvPr id="11" name="Rettangolo 10">
            <a:extLst>
              <a:ext uri="{FF2B5EF4-FFF2-40B4-BE49-F238E27FC236}">
                <a16:creationId xmlns:a16="http://schemas.microsoft.com/office/drawing/2014/main" id="{9B2F7A21-8169-AB2C-BAFE-14F694E084A7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 bwMode="auto">
          <a:xfrm>
            <a:off x="6469380" y="1516038"/>
            <a:ext cx="1600200" cy="373380"/>
          </a:xfrm>
          <a:prstGeom prst="rect">
            <a:avLst/>
          </a:prstGeom>
          <a:solidFill>
            <a:schemeClr val="accent3"/>
          </a:solidFill>
          <a:ln>
            <a:noFill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900" b="0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Arial" panose="020B0604020202020204" pitchFamily="34" charset="0"/>
              <a:ea typeface="ＭＳ Ｐゴシック" panose="020B0600070205080204" pitchFamily="34" charset="-128"/>
            </a:endParaRPr>
          </a:p>
        </p:txBody>
      </p:sp>
      <p:sp>
        <p:nvSpPr>
          <p:cNvPr id="12" name="CasellaDiTesto 11">
            <a:extLst>
              <a:ext uri="{FF2B5EF4-FFF2-40B4-BE49-F238E27FC236}">
                <a16:creationId xmlns:a16="http://schemas.microsoft.com/office/drawing/2014/main" id="{7C6B9CA8-16A1-324E-6C13-8BE1AAAE1C8E}"/>
              </a:ext>
            </a:extLst>
          </p:cNvPr>
          <p:cNvSpPr txBox="1"/>
          <p:nvPr/>
        </p:nvSpPr>
        <p:spPr bwMode="auto">
          <a:xfrm>
            <a:off x="411572" y="1115928"/>
            <a:ext cx="3041936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0" indent="0" algn="ctr">
              <a:buNone/>
            </a:pPr>
            <a:r>
              <a:rPr lang="it-IT" sz="2000" dirty="0"/>
              <a:t>Protocolli Non-Interattivi</a:t>
            </a:r>
            <a:endParaRPr lang="en-US" sz="2000" dirty="0"/>
          </a:p>
        </p:txBody>
      </p:sp>
      <p:sp>
        <p:nvSpPr>
          <p:cNvPr id="15" name="CasellaDiTesto 14">
            <a:extLst>
              <a:ext uri="{FF2B5EF4-FFF2-40B4-BE49-F238E27FC236}">
                <a16:creationId xmlns:a16="http://schemas.microsoft.com/office/drawing/2014/main" id="{D7EDF0E6-5A3D-5298-1183-24196FD9B891}"/>
              </a:ext>
            </a:extLst>
          </p:cNvPr>
          <p:cNvSpPr txBox="1"/>
          <p:nvPr/>
        </p:nvSpPr>
        <p:spPr bwMode="auto">
          <a:xfrm>
            <a:off x="495356" y="1489308"/>
            <a:ext cx="4735886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it-IT" sz="2000" dirty="0">
                <a:solidFill>
                  <a:srgbClr val="000000"/>
                </a:solidFill>
              </a:rPr>
              <a:t>Setup iniziale</a:t>
            </a:r>
            <a:endParaRPr lang="en-US" sz="2000" dirty="0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870148019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spd="med">
        <p159:morph option="byObject"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11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Segnaposto piè di pagina 4">
            <a:extLst>
              <a:ext uri="{FF2B5EF4-FFF2-40B4-BE49-F238E27FC236}">
                <a16:creationId xmlns:a16="http://schemas.microsoft.com/office/drawing/2014/main" id="{713867C7-99F0-42C1-BDF1-1330231C60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295400" y="6219825"/>
            <a:ext cx="2895600" cy="457200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rgbClr val="822433"/>
              </a:buClr>
              <a:buChar char="•"/>
              <a:defRPr sz="24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16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14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12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r>
              <a:rPr lang="it-IT" altLang="it-IT" sz="1100" dirty="0" err="1">
                <a:solidFill>
                  <a:schemeClr val="bg1"/>
                </a:solidFill>
              </a:rPr>
              <a:t>Integrating</a:t>
            </a:r>
            <a:r>
              <a:rPr lang="it-IT" altLang="it-IT" sz="1100" dirty="0">
                <a:solidFill>
                  <a:schemeClr val="bg1"/>
                </a:solidFill>
              </a:rPr>
              <a:t> Zero-Knowledge in SCAPI</a:t>
            </a:r>
          </a:p>
        </p:txBody>
      </p:sp>
      <p:sp>
        <p:nvSpPr>
          <p:cNvPr id="6" name="Segnaposto data 3">
            <a:extLst>
              <a:ext uri="{FF2B5EF4-FFF2-40B4-BE49-F238E27FC236}">
                <a16:creationId xmlns:a16="http://schemas.microsoft.com/office/drawing/2014/main" id="{55BEB4CF-D7F4-07C6-F774-7F44CFB6B3E3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343400" y="6146800"/>
            <a:ext cx="1905000" cy="457200"/>
          </a:xfrm>
        </p:spPr>
        <p:txBody>
          <a:bodyPr/>
          <a:lstStyle/>
          <a:p>
            <a:r>
              <a:rPr lang="it-IT" altLang="it-IT" dirty="0">
                <a:solidFill>
                  <a:schemeClr val="bg1"/>
                </a:solidFill>
              </a:rPr>
              <a:t>11/12/2023</a:t>
            </a:r>
          </a:p>
          <a:p>
            <a:endParaRPr lang="it-IT" altLang="it-IT" dirty="0"/>
          </a:p>
        </p:txBody>
      </p:sp>
      <p:sp>
        <p:nvSpPr>
          <p:cNvPr id="21" name="Rettangolo 20">
            <a:extLst>
              <a:ext uri="{FF2B5EF4-FFF2-40B4-BE49-F238E27FC236}">
                <a16:creationId xmlns:a16="http://schemas.microsoft.com/office/drawing/2014/main" id="{D0BA5FCB-10D6-0CD3-0772-A1B020E3967E}"/>
              </a:ext>
            </a:extLst>
          </p:cNvPr>
          <p:cNvSpPr/>
          <p:nvPr/>
        </p:nvSpPr>
        <p:spPr bwMode="auto">
          <a:xfrm>
            <a:off x="-47680" y="1702728"/>
            <a:ext cx="3960440" cy="246224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it-IT" sz="900" b="0" i="0" u="none" strike="noStrike" cap="none" normalizeH="0" baseline="0">
              <a:ln>
                <a:noFill/>
              </a:ln>
              <a:solidFill>
                <a:schemeClr val="bg1"/>
              </a:solidFill>
              <a:effectLst/>
              <a:latin typeface="Arial" panose="020B0604020202020204" pitchFamily="34" charset="0"/>
              <a:ea typeface="ＭＳ Ｐゴシック" panose="020B0600070205080204" pitchFamily="34" charset="-128"/>
            </a:endParaRPr>
          </a:p>
        </p:txBody>
      </p:sp>
      <p:sp>
        <p:nvSpPr>
          <p:cNvPr id="2" name="Segnaposto numero diapositiva 5">
            <a:extLst>
              <a:ext uri="{FF2B5EF4-FFF2-40B4-BE49-F238E27FC236}">
                <a16:creationId xmlns:a16="http://schemas.microsoft.com/office/drawing/2014/main" id="{23CDD47C-4CEB-8639-F2E7-D6D2F85D31A7}"/>
              </a:ext>
            </a:extLst>
          </p:cNvPr>
          <p:cNvSpPr txBox="1">
            <a:spLocks/>
          </p:cNvSpPr>
          <p:nvPr/>
        </p:nvSpPr>
        <p:spPr bwMode="auto">
          <a:xfrm>
            <a:off x="6548472" y="6146800"/>
            <a:ext cx="19050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defPPr>
              <a:defRPr lang="it-IT"/>
            </a:defPPr>
            <a:lvl1pPr algn="r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22433"/>
              </a:buClr>
              <a:buChar char="•"/>
              <a:defRPr sz="2400" kern="12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 kern="12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1600" kern="12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1400" kern="12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 kern="12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defRPr>
            </a:lvl5pPr>
            <a:lvl6pPr marL="2514600" indent="-228600" algn="l" defTabSz="914400" rtl="0" eaLnBrk="0" fontAlgn="base" latinLnBrk="0" hangingPunct="0">
              <a:spcBef>
                <a:spcPct val="20000"/>
              </a:spcBef>
              <a:spcAft>
                <a:spcPct val="0"/>
              </a:spcAft>
              <a:buChar char="»"/>
              <a:defRPr sz="1200" kern="12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defRPr>
            </a:lvl6pPr>
            <a:lvl7pPr marL="2971800" indent="-228600" algn="l" defTabSz="914400" rtl="0" eaLnBrk="0" fontAlgn="base" latinLnBrk="0" hangingPunct="0">
              <a:spcBef>
                <a:spcPct val="20000"/>
              </a:spcBef>
              <a:spcAft>
                <a:spcPct val="0"/>
              </a:spcAft>
              <a:buChar char="»"/>
              <a:defRPr sz="1200" kern="12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defRPr>
            </a:lvl7pPr>
            <a:lvl8pPr marL="3429000" indent="-228600" algn="l" defTabSz="914400" rtl="0" eaLnBrk="0" fontAlgn="base" latinLnBrk="0" hangingPunct="0">
              <a:spcBef>
                <a:spcPct val="20000"/>
              </a:spcBef>
              <a:spcAft>
                <a:spcPct val="0"/>
              </a:spcAft>
              <a:buChar char="»"/>
              <a:defRPr sz="1200" kern="12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defRPr>
            </a:lvl8pPr>
            <a:lvl9pPr marL="3886200" indent="-228600" algn="l" defTabSz="914400" rtl="0" eaLnBrk="0" fontAlgn="base" latinLnBrk="0" hangingPunct="0">
              <a:spcBef>
                <a:spcPct val="20000"/>
              </a:spcBef>
              <a:spcAft>
                <a:spcPct val="0"/>
              </a:spcAft>
              <a:buChar char="»"/>
              <a:defRPr sz="1200" kern="12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r>
              <a:rPr lang="it-IT" altLang="it-IT" sz="1100" dirty="0">
                <a:solidFill>
                  <a:schemeClr val="bg1"/>
                </a:solidFill>
              </a:rPr>
              <a:t>Pagina 1</a:t>
            </a:r>
          </a:p>
        </p:txBody>
      </p:sp>
      <p:sp>
        <p:nvSpPr>
          <p:cNvPr id="4" name="Rectangle 2">
            <a:extLst>
              <a:ext uri="{FF2B5EF4-FFF2-40B4-BE49-F238E27FC236}">
                <a16:creationId xmlns:a16="http://schemas.microsoft.com/office/drawing/2014/main" id="{08C22CE2-C3D6-2049-0DF7-E203F0E1DD6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0" y="368275"/>
            <a:ext cx="9144000" cy="5048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2400" b="1" kern="1200">
                <a:solidFill>
                  <a:srgbClr val="822433"/>
                </a:solidFill>
                <a:latin typeface="+mj-lt"/>
                <a:ea typeface="+mj-ea"/>
                <a:cs typeface="+mj-cs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822433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822433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822433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822433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822433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822433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822433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822433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algn="ctr" eaLnBrk="1" hangingPunct="1"/>
            <a:r>
              <a:rPr lang="it-IT" altLang="it-IT" dirty="0"/>
              <a:t>I protocolli considerati</a:t>
            </a:r>
          </a:p>
        </p:txBody>
      </p:sp>
      <p:pic>
        <p:nvPicPr>
          <p:cNvPr id="5" name="Immagine 4" descr="Immagine che contiene schermata, design&#10;&#10;Descrizione generata automaticamente">
            <a:extLst>
              <a:ext uri="{FF2B5EF4-FFF2-40B4-BE49-F238E27FC236}">
                <a16:creationId xmlns:a16="http://schemas.microsoft.com/office/drawing/2014/main" id="{6F09D74F-245C-85C2-D16F-139E10E10BE3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4708" t="34803" r="35176" b="35312"/>
          <a:stretch/>
        </p:blipFill>
        <p:spPr>
          <a:xfrm>
            <a:off x="5612967" y="1238410"/>
            <a:ext cx="3303569" cy="1844040"/>
          </a:xfrm>
          <a:prstGeom prst="rect">
            <a:avLst/>
          </a:prstGeom>
        </p:spPr>
      </p:pic>
      <p:sp>
        <p:nvSpPr>
          <p:cNvPr id="7" name="Rettangolo 6">
            <a:extLst>
              <a:ext uri="{FF2B5EF4-FFF2-40B4-BE49-F238E27FC236}">
                <a16:creationId xmlns:a16="http://schemas.microsoft.com/office/drawing/2014/main" id="{38B2C977-9E17-5108-1D35-53BB1E651F17}"/>
              </a:ext>
            </a:extLst>
          </p:cNvPr>
          <p:cNvSpPr/>
          <p:nvPr/>
        </p:nvSpPr>
        <p:spPr bwMode="auto">
          <a:xfrm>
            <a:off x="2307880" y="1604012"/>
            <a:ext cx="1356360" cy="37338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900" b="0" i="0" u="none" strike="noStrike" cap="none" normalizeH="0" baseline="0">
              <a:ln>
                <a:noFill/>
              </a:ln>
              <a:solidFill>
                <a:schemeClr val="bg1"/>
              </a:solidFill>
              <a:effectLst/>
              <a:latin typeface="Arial" panose="020B0604020202020204" pitchFamily="34" charset="0"/>
              <a:ea typeface="ＭＳ Ｐゴシック" panose="020B0600070205080204" pitchFamily="34" charset="-128"/>
            </a:endParaRPr>
          </a:p>
        </p:txBody>
      </p:sp>
      <p:sp>
        <p:nvSpPr>
          <p:cNvPr id="8" name="Rettangolo 7">
            <a:extLst>
              <a:ext uri="{FF2B5EF4-FFF2-40B4-BE49-F238E27FC236}">
                <a16:creationId xmlns:a16="http://schemas.microsoft.com/office/drawing/2014/main" id="{FA99151A-D1C8-E77D-6E50-7613831BCC44}"/>
              </a:ext>
            </a:extLst>
          </p:cNvPr>
          <p:cNvSpPr/>
          <p:nvPr/>
        </p:nvSpPr>
        <p:spPr bwMode="auto">
          <a:xfrm>
            <a:off x="7560176" y="2625250"/>
            <a:ext cx="1356360" cy="457200"/>
          </a:xfrm>
          <a:prstGeom prst="rect">
            <a:avLst/>
          </a:prstGeom>
          <a:solidFill>
            <a:schemeClr val="accent3"/>
          </a:solidFill>
          <a:ln>
            <a:noFill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900" b="0" i="0" u="none" strike="noStrike" cap="none" normalizeH="0" baseline="0">
              <a:ln>
                <a:noFill/>
              </a:ln>
              <a:solidFill>
                <a:schemeClr val="bg1"/>
              </a:solidFill>
              <a:effectLst/>
              <a:latin typeface="Arial" panose="020B0604020202020204" pitchFamily="34" charset="0"/>
              <a:ea typeface="ＭＳ Ｐゴシック" panose="020B0600070205080204" pitchFamily="34" charset="-128"/>
            </a:endParaRPr>
          </a:p>
        </p:txBody>
      </p:sp>
      <p:sp>
        <p:nvSpPr>
          <p:cNvPr id="12" name="CasellaDiTesto 11">
            <a:extLst>
              <a:ext uri="{FF2B5EF4-FFF2-40B4-BE49-F238E27FC236}">
                <a16:creationId xmlns:a16="http://schemas.microsoft.com/office/drawing/2014/main" id="{7C6B9CA8-16A1-324E-6C13-8BE1AAAE1C8E}"/>
              </a:ext>
            </a:extLst>
          </p:cNvPr>
          <p:cNvSpPr txBox="1"/>
          <p:nvPr/>
        </p:nvSpPr>
        <p:spPr bwMode="auto">
          <a:xfrm>
            <a:off x="411572" y="1115928"/>
            <a:ext cx="3041936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0" indent="0" algn="ctr">
              <a:buNone/>
            </a:pPr>
            <a:r>
              <a:rPr lang="it-IT" sz="2000" dirty="0"/>
              <a:t>Protocolli Non-Interattivi</a:t>
            </a:r>
            <a:endParaRPr lang="en-US" sz="2000" dirty="0"/>
          </a:p>
        </p:txBody>
      </p:sp>
      <p:sp>
        <p:nvSpPr>
          <p:cNvPr id="15" name="CasellaDiTesto 14">
            <a:extLst>
              <a:ext uri="{FF2B5EF4-FFF2-40B4-BE49-F238E27FC236}">
                <a16:creationId xmlns:a16="http://schemas.microsoft.com/office/drawing/2014/main" id="{D7EDF0E6-5A3D-5298-1183-24196FD9B891}"/>
              </a:ext>
            </a:extLst>
          </p:cNvPr>
          <p:cNvSpPr txBox="1"/>
          <p:nvPr/>
        </p:nvSpPr>
        <p:spPr bwMode="auto">
          <a:xfrm>
            <a:off x="495356" y="1489308"/>
            <a:ext cx="4735886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it-IT" sz="2000" dirty="0">
                <a:solidFill>
                  <a:srgbClr val="000000"/>
                </a:solidFill>
              </a:rPr>
              <a:t>Setup iniziale</a:t>
            </a:r>
            <a:endParaRPr lang="en-US" sz="2000" dirty="0">
              <a:solidFill>
                <a:srgbClr val="000000"/>
              </a:solidFill>
            </a:endParaRPr>
          </a:p>
        </p:txBody>
      </p:sp>
      <p:sp>
        <p:nvSpPr>
          <p:cNvPr id="3" name="CasellaDiTesto 2">
            <a:extLst>
              <a:ext uri="{FF2B5EF4-FFF2-40B4-BE49-F238E27FC236}">
                <a16:creationId xmlns:a16="http://schemas.microsoft.com/office/drawing/2014/main" id="{2F74601C-D737-0647-F90B-7C4D8D52B32A}"/>
              </a:ext>
            </a:extLst>
          </p:cNvPr>
          <p:cNvSpPr txBox="1"/>
          <p:nvPr/>
        </p:nvSpPr>
        <p:spPr bwMode="auto">
          <a:xfrm>
            <a:off x="495356" y="1806487"/>
            <a:ext cx="4336875" cy="70788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it-IT" sz="2000" dirty="0">
                <a:solidFill>
                  <a:srgbClr val="000000"/>
                </a:solidFill>
              </a:rPr>
              <a:t>Invio da parte del </a:t>
            </a:r>
            <a:r>
              <a:rPr lang="it-IT" sz="2000" dirty="0" err="1">
                <a:solidFill>
                  <a:srgbClr val="000000"/>
                </a:solidFill>
              </a:rPr>
              <a:t>prover</a:t>
            </a:r>
            <a:r>
              <a:rPr lang="it-IT" sz="2000" dirty="0">
                <a:solidFill>
                  <a:srgbClr val="000000"/>
                </a:solidFill>
              </a:rPr>
              <a:t> di un singolo messaggio</a:t>
            </a:r>
            <a:endParaRPr lang="en-US" sz="2000" dirty="0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746338139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spd="med">
        <p159:morph option="byObject"/>
      </p:transition>
    </mc:Choice>
    <mc:Fallback>
      <p:transition spd="med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Segnaposto piè di pagina 4">
            <a:extLst>
              <a:ext uri="{FF2B5EF4-FFF2-40B4-BE49-F238E27FC236}">
                <a16:creationId xmlns:a16="http://schemas.microsoft.com/office/drawing/2014/main" id="{713867C7-99F0-42C1-BDF1-1330231C60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295400" y="6219825"/>
            <a:ext cx="2895600" cy="457200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rgbClr val="822433"/>
              </a:buClr>
              <a:buChar char="•"/>
              <a:defRPr sz="24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16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14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12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r>
              <a:rPr lang="it-IT" altLang="it-IT" sz="1100" dirty="0" err="1">
                <a:solidFill>
                  <a:schemeClr val="bg1"/>
                </a:solidFill>
              </a:rPr>
              <a:t>Integrating</a:t>
            </a:r>
            <a:r>
              <a:rPr lang="it-IT" altLang="it-IT" sz="1100" dirty="0">
                <a:solidFill>
                  <a:schemeClr val="bg1"/>
                </a:solidFill>
              </a:rPr>
              <a:t> Zero-Knowledge in SCAPI</a:t>
            </a:r>
          </a:p>
        </p:txBody>
      </p:sp>
      <p:sp>
        <p:nvSpPr>
          <p:cNvPr id="6" name="Segnaposto data 3">
            <a:extLst>
              <a:ext uri="{FF2B5EF4-FFF2-40B4-BE49-F238E27FC236}">
                <a16:creationId xmlns:a16="http://schemas.microsoft.com/office/drawing/2014/main" id="{55BEB4CF-D7F4-07C6-F774-7F44CFB6B3E3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343400" y="6146800"/>
            <a:ext cx="1905000" cy="457200"/>
          </a:xfrm>
        </p:spPr>
        <p:txBody>
          <a:bodyPr/>
          <a:lstStyle/>
          <a:p>
            <a:r>
              <a:rPr lang="it-IT" altLang="it-IT" dirty="0">
                <a:solidFill>
                  <a:schemeClr val="bg1"/>
                </a:solidFill>
              </a:rPr>
              <a:t>11/12/2023</a:t>
            </a:r>
          </a:p>
          <a:p>
            <a:endParaRPr lang="it-IT" altLang="it-IT" dirty="0"/>
          </a:p>
        </p:txBody>
      </p:sp>
      <p:sp>
        <p:nvSpPr>
          <p:cNvPr id="21" name="Rettangolo 20">
            <a:extLst>
              <a:ext uri="{FF2B5EF4-FFF2-40B4-BE49-F238E27FC236}">
                <a16:creationId xmlns:a16="http://schemas.microsoft.com/office/drawing/2014/main" id="{D0BA5FCB-10D6-0CD3-0772-A1B020E3967E}"/>
              </a:ext>
            </a:extLst>
          </p:cNvPr>
          <p:cNvSpPr/>
          <p:nvPr/>
        </p:nvSpPr>
        <p:spPr bwMode="auto">
          <a:xfrm>
            <a:off x="-47680" y="1702728"/>
            <a:ext cx="3960440" cy="246224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it-IT" sz="900" b="0" i="0" u="none" strike="noStrike" cap="none" normalizeH="0" baseline="0">
              <a:ln>
                <a:noFill/>
              </a:ln>
              <a:solidFill>
                <a:schemeClr val="bg1"/>
              </a:solidFill>
              <a:effectLst/>
              <a:latin typeface="Arial" panose="020B0604020202020204" pitchFamily="34" charset="0"/>
              <a:ea typeface="ＭＳ Ｐゴシック" panose="020B0600070205080204" pitchFamily="34" charset="-128"/>
            </a:endParaRPr>
          </a:p>
        </p:txBody>
      </p:sp>
      <p:sp>
        <p:nvSpPr>
          <p:cNvPr id="2" name="Segnaposto numero diapositiva 5">
            <a:extLst>
              <a:ext uri="{FF2B5EF4-FFF2-40B4-BE49-F238E27FC236}">
                <a16:creationId xmlns:a16="http://schemas.microsoft.com/office/drawing/2014/main" id="{23CDD47C-4CEB-8639-F2E7-D6D2F85D31A7}"/>
              </a:ext>
            </a:extLst>
          </p:cNvPr>
          <p:cNvSpPr txBox="1">
            <a:spLocks/>
          </p:cNvSpPr>
          <p:nvPr/>
        </p:nvSpPr>
        <p:spPr bwMode="auto">
          <a:xfrm>
            <a:off x="6548472" y="6146800"/>
            <a:ext cx="19050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defPPr>
              <a:defRPr lang="it-IT"/>
            </a:defPPr>
            <a:lvl1pPr algn="r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22433"/>
              </a:buClr>
              <a:buChar char="•"/>
              <a:defRPr sz="2400" kern="12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 kern="12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1600" kern="12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1400" kern="12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 kern="12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defRPr>
            </a:lvl5pPr>
            <a:lvl6pPr marL="2514600" indent="-228600" algn="l" defTabSz="914400" rtl="0" eaLnBrk="0" fontAlgn="base" latinLnBrk="0" hangingPunct="0">
              <a:spcBef>
                <a:spcPct val="20000"/>
              </a:spcBef>
              <a:spcAft>
                <a:spcPct val="0"/>
              </a:spcAft>
              <a:buChar char="»"/>
              <a:defRPr sz="1200" kern="12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defRPr>
            </a:lvl6pPr>
            <a:lvl7pPr marL="2971800" indent="-228600" algn="l" defTabSz="914400" rtl="0" eaLnBrk="0" fontAlgn="base" latinLnBrk="0" hangingPunct="0">
              <a:spcBef>
                <a:spcPct val="20000"/>
              </a:spcBef>
              <a:spcAft>
                <a:spcPct val="0"/>
              </a:spcAft>
              <a:buChar char="»"/>
              <a:defRPr sz="1200" kern="12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defRPr>
            </a:lvl7pPr>
            <a:lvl8pPr marL="3429000" indent="-228600" algn="l" defTabSz="914400" rtl="0" eaLnBrk="0" fontAlgn="base" latinLnBrk="0" hangingPunct="0">
              <a:spcBef>
                <a:spcPct val="20000"/>
              </a:spcBef>
              <a:spcAft>
                <a:spcPct val="0"/>
              </a:spcAft>
              <a:buChar char="»"/>
              <a:defRPr sz="1200" kern="12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defRPr>
            </a:lvl8pPr>
            <a:lvl9pPr marL="3886200" indent="-228600" algn="l" defTabSz="914400" rtl="0" eaLnBrk="0" fontAlgn="base" latinLnBrk="0" hangingPunct="0">
              <a:spcBef>
                <a:spcPct val="20000"/>
              </a:spcBef>
              <a:spcAft>
                <a:spcPct val="0"/>
              </a:spcAft>
              <a:buChar char="»"/>
              <a:defRPr sz="1200" kern="12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r>
              <a:rPr lang="it-IT" altLang="it-IT" sz="1100" dirty="0">
                <a:solidFill>
                  <a:schemeClr val="bg1"/>
                </a:solidFill>
              </a:rPr>
              <a:t>Pagina 1</a:t>
            </a:r>
          </a:p>
        </p:txBody>
      </p:sp>
      <p:sp>
        <p:nvSpPr>
          <p:cNvPr id="4" name="Rectangle 2">
            <a:extLst>
              <a:ext uri="{FF2B5EF4-FFF2-40B4-BE49-F238E27FC236}">
                <a16:creationId xmlns:a16="http://schemas.microsoft.com/office/drawing/2014/main" id="{08C22CE2-C3D6-2049-0DF7-E203F0E1DD6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0" y="368275"/>
            <a:ext cx="9144000" cy="5048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2400" b="1" kern="1200">
                <a:solidFill>
                  <a:srgbClr val="822433"/>
                </a:solidFill>
                <a:latin typeface="+mj-lt"/>
                <a:ea typeface="+mj-ea"/>
                <a:cs typeface="+mj-cs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822433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822433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822433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822433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822433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822433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822433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822433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algn="ctr" eaLnBrk="1" hangingPunct="1"/>
            <a:r>
              <a:rPr lang="it-IT" altLang="it-IT" dirty="0"/>
              <a:t>I protocolli considerati</a:t>
            </a:r>
          </a:p>
        </p:txBody>
      </p:sp>
      <p:pic>
        <p:nvPicPr>
          <p:cNvPr id="5" name="Immagine 4" descr="Immagine che contiene schermata, design&#10;&#10;Descrizione generata automaticamente">
            <a:extLst>
              <a:ext uri="{FF2B5EF4-FFF2-40B4-BE49-F238E27FC236}">
                <a16:creationId xmlns:a16="http://schemas.microsoft.com/office/drawing/2014/main" id="{6F09D74F-245C-85C2-D16F-139E10E10BE3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4708" t="34803" r="35176" b="35312"/>
          <a:stretch/>
        </p:blipFill>
        <p:spPr>
          <a:xfrm>
            <a:off x="5612967" y="1238410"/>
            <a:ext cx="3303569" cy="1844040"/>
          </a:xfrm>
          <a:prstGeom prst="rect">
            <a:avLst/>
          </a:prstGeom>
        </p:spPr>
      </p:pic>
      <p:sp>
        <p:nvSpPr>
          <p:cNvPr id="7" name="Rettangolo 6">
            <a:extLst>
              <a:ext uri="{FF2B5EF4-FFF2-40B4-BE49-F238E27FC236}">
                <a16:creationId xmlns:a16="http://schemas.microsoft.com/office/drawing/2014/main" id="{38B2C977-9E17-5108-1D35-53BB1E651F17}"/>
              </a:ext>
            </a:extLst>
          </p:cNvPr>
          <p:cNvSpPr/>
          <p:nvPr/>
        </p:nvSpPr>
        <p:spPr bwMode="auto">
          <a:xfrm>
            <a:off x="2307880" y="1604012"/>
            <a:ext cx="1356360" cy="37338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900" b="0" i="0" u="none" strike="noStrike" cap="none" normalizeH="0" baseline="0">
              <a:ln>
                <a:noFill/>
              </a:ln>
              <a:solidFill>
                <a:schemeClr val="bg1"/>
              </a:solidFill>
              <a:effectLst/>
              <a:latin typeface="Arial" panose="020B0604020202020204" pitchFamily="34" charset="0"/>
              <a:ea typeface="ＭＳ Ｐゴシック" panose="020B0600070205080204" pitchFamily="34" charset="-128"/>
            </a:endParaRPr>
          </a:p>
        </p:txBody>
      </p:sp>
      <p:sp>
        <p:nvSpPr>
          <p:cNvPr id="12" name="CasellaDiTesto 11">
            <a:extLst>
              <a:ext uri="{FF2B5EF4-FFF2-40B4-BE49-F238E27FC236}">
                <a16:creationId xmlns:a16="http://schemas.microsoft.com/office/drawing/2014/main" id="{7C6B9CA8-16A1-324E-6C13-8BE1AAAE1C8E}"/>
              </a:ext>
            </a:extLst>
          </p:cNvPr>
          <p:cNvSpPr txBox="1"/>
          <p:nvPr/>
        </p:nvSpPr>
        <p:spPr bwMode="auto">
          <a:xfrm>
            <a:off x="411572" y="1115928"/>
            <a:ext cx="3041936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0" indent="0" algn="ctr">
              <a:buNone/>
            </a:pPr>
            <a:r>
              <a:rPr lang="it-IT" sz="2000" dirty="0"/>
              <a:t>Protocolli Non-Interattivi</a:t>
            </a:r>
            <a:endParaRPr lang="en-US" sz="2000" dirty="0"/>
          </a:p>
        </p:txBody>
      </p:sp>
      <p:sp>
        <p:nvSpPr>
          <p:cNvPr id="15" name="CasellaDiTesto 14">
            <a:extLst>
              <a:ext uri="{FF2B5EF4-FFF2-40B4-BE49-F238E27FC236}">
                <a16:creationId xmlns:a16="http://schemas.microsoft.com/office/drawing/2014/main" id="{D7EDF0E6-5A3D-5298-1183-24196FD9B891}"/>
              </a:ext>
            </a:extLst>
          </p:cNvPr>
          <p:cNvSpPr txBox="1"/>
          <p:nvPr/>
        </p:nvSpPr>
        <p:spPr bwMode="auto">
          <a:xfrm>
            <a:off x="495356" y="1489308"/>
            <a:ext cx="4735886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it-IT" sz="2000" dirty="0">
                <a:solidFill>
                  <a:srgbClr val="000000"/>
                </a:solidFill>
              </a:rPr>
              <a:t>Setup iniziale</a:t>
            </a:r>
            <a:endParaRPr lang="en-US" sz="2000" dirty="0">
              <a:solidFill>
                <a:srgbClr val="000000"/>
              </a:solidFill>
            </a:endParaRPr>
          </a:p>
        </p:txBody>
      </p:sp>
      <p:sp>
        <p:nvSpPr>
          <p:cNvPr id="3" name="CasellaDiTesto 2">
            <a:extLst>
              <a:ext uri="{FF2B5EF4-FFF2-40B4-BE49-F238E27FC236}">
                <a16:creationId xmlns:a16="http://schemas.microsoft.com/office/drawing/2014/main" id="{2F74601C-D737-0647-F90B-7C4D8D52B32A}"/>
              </a:ext>
            </a:extLst>
          </p:cNvPr>
          <p:cNvSpPr txBox="1"/>
          <p:nvPr/>
        </p:nvSpPr>
        <p:spPr bwMode="auto">
          <a:xfrm>
            <a:off x="495356" y="1806487"/>
            <a:ext cx="4336875" cy="70788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it-IT" sz="2000" dirty="0">
                <a:solidFill>
                  <a:srgbClr val="000000"/>
                </a:solidFill>
              </a:rPr>
              <a:t>Invio da parte del </a:t>
            </a:r>
            <a:r>
              <a:rPr lang="it-IT" sz="2000" dirty="0" err="1">
                <a:solidFill>
                  <a:srgbClr val="000000"/>
                </a:solidFill>
              </a:rPr>
              <a:t>prover</a:t>
            </a:r>
            <a:r>
              <a:rPr lang="it-IT" sz="2000" dirty="0">
                <a:solidFill>
                  <a:srgbClr val="000000"/>
                </a:solidFill>
              </a:rPr>
              <a:t> di un singolo messaggio</a:t>
            </a:r>
            <a:endParaRPr lang="en-US" sz="2000" dirty="0">
              <a:solidFill>
                <a:srgbClr val="000000"/>
              </a:solidFill>
            </a:endParaRPr>
          </a:p>
        </p:txBody>
      </p:sp>
      <p:sp>
        <p:nvSpPr>
          <p:cNvPr id="10" name="CasellaDiTesto 9">
            <a:extLst>
              <a:ext uri="{FF2B5EF4-FFF2-40B4-BE49-F238E27FC236}">
                <a16:creationId xmlns:a16="http://schemas.microsoft.com/office/drawing/2014/main" id="{2BC5A9BC-6015-7B5B-AEF4-E896DA6289DD}"/>
              </a:ext>
            </a:extLst>
          </p:cNvPr>
          <p:cNvSpPr txBox="1"/>
          <p:nvPr/>
        </p:nvSpPr>
        <p:spPr bwMode="auto">
          <a:xfrm>
            <a:off x="495356" y="2467474"/>
            <a:ext cx="4422873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it-IT" sz="2000" dirty="0">
                <a:solidFill>
                  <a:srgbClr val="000000"/>
                </a:solidFill>
              </a:rPr>
              <a:t>Verifica della validità della prova</a:t>
            </a:r>
            <a:endParaRPr lang="en-US" sz="2000" dirty="0">
              <a:solidFill>
                <a:srgbClr val="000000"/>
              </a:solidFill>
            </a:endParaRPr>
          </a:p>
        </p:txBody>
      </p:sp>
      <p:sp>
        <p:nvSpPr>
          <p:cNvPr id="13" name="CasellaDiTesto 12">
            <a:extLst>
              <a:ext uri="{FF2B5EF4-FFF2-40B4-BE49-F238E27FC236}">
                <a16:creationId xmlns:a16="http://schemas.microsoft.com/office/drawing/2014/main" id="{309C805A-34CB-EED3-9BE1-CA6462A13900}"/>
              </a:ext>
            </a:extLst>
          </p:cNvPr>
          <p:cNvSpPr txBox="1"/>
          <p:nvPr/>
        </p:nvSpPr>
        <p:spPr bwMode="auto">
          <a:xfrm>
            <a:off x="495356" y="2831552"/>
            <a:ext cx="4336875" cy="70788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pPr marL="0" indent="0" algn="just">
              <a:buNone/>
            </a:pPr>
            <a:r>
              <a:rPr lang="it-IT" sz="2000" dirty="0">
                <a:solidFill>
                  <a:srgbClr val="000000"/>
                </a:solidFill>
              </a:rPr>
              <a:t>Non sono previsti ulteriori scambi di messaggi.</a:t>
            </a:r>
            <a:endParaRPr lang="en-US" sz="2000" dirty="0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55078898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spd="med">
        <p159:morph option="byObject"/>
      </p:transition>
    </mc:Choice>
    <mc:Fallback>
      <p:transition spd="med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Segnaposto piè di pagina 4">
            <a:extLst>
              <a:ext uri="{FF2B5EF4-FFF2-40B4-BE49-F238E27FC236}">
                <a16:creationId xmlns:a16="http://schemas.microsoft.com/office/drawing/2014/main" id="{713867C7-99F0-42C1-BDF1-1330231C60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295400" y="6219825"/>
            <a:ext cx="2895600" cy="457200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rgbClr val="822433"/>
              </a:buClr>
              <a:buChar char="•"/>
              <a:defRPr sz="24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16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14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12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r>
              <a:rPr lang="it-IT" altLang="it-IT" sz="1100" dirty="0" err="1">
                <a:solidFill>
                  <a:schemeClr val="bg1"/>
                </a:solidFill>
              </a:rPr>
              <a:t>Integrating</a:t>
            </a:r>
            <a:r>
              <a:rPr lang="it-IT" altLang="it-IT" sz="1100" dirty="0">
                <a:solidFill>
                  <a:schemeClr val="bg1"/>
                </a:solidFill>
              </a:rPr>
              <a:t> Zero-Knowledge in SCAPI</a:t>
            </a:r>
          </a:p>
        </p:txBody>
      </p:sp>
      <p:sp>
        <p:nvSpPr>
          <p:cNvPr id="6" name="Segnaposto data 3">
            <a:extLst>
              <a:ext uri="{FF2B5EF4-FFF2-40B4-BE49-F238E27FC236}">
                <a16:creationId xmlns:a16="http://schemas.microsoft.com/office/drawing/2014/main" id="{55BEB4CF-D7F4-07C6-F774-7F44CFB6B3E3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343400" y="6146800"/>
            <a:ext cx="1905000" cy="457200"/>
          </a:xfrm>
        </p:spPr>
        <p:txBody>
          <a:bodyPr/>
          <a:lstStyle/>
          <a:p>
            <a:r>
              <a:rPr lang="it-IT" altLang="it-IT">
                <a:solidFill>
                  <a:schemeClr val="bg1"/>
                </a:solidFill>
              </a:rPr>
              <a:t>11/12/2023</a:t>
            </a:r>
            <a:endParaRPr lang="it-IT" altLang="it-IT" dirty="0">
              <a:solidFill>
                <a:schemeClr val="bg1"/>
              </a:solidFill>
            </a:endParaRPr>
          </a:p>
        </p:txBody>
      </p:sp>
      <p:sp>
        <p:nvSpPr>
          <p:cNvPr id="21" name="Rettangolo 20">
            <a:extLst>
              <a:ext uri="{FF2B5EF4-FFF2-40B4-BE49-F238E27FC236}">
                <a16:creationId xmlns:a16="http://schemas.microsoft.com/office/drawing/2014/main" id="{D0BA5FCB-10D6-0CD3-0772-A1B020E3967E}"/>
              </a:ext>
            </a:extLst>
          </p:cNvPr>
          <p:cNvSpPr/>
          <p:nvPr/>
        </p:nvSpPr>
        <p:spPr bwMode="auto">
          <a:xfrm>
            <a:off x="-47680" y="1702728"/>
            <a:ext cx="3960440" cy="246224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it-IT" sz="900" b="0" i="0" u="none" strike="noStrike" cap="none" normalizeH="0" baseline="0">
              <a:ln>
                <a:noFill/>
              </a:ln>
              <a:solidFill>
                <a:schemeClr val="bg1"/>
              </a:solidFill>
              <a:effectLst/>
              <a:latin typeface="Arial" panose="020B0604020202020204" pitchFamily="34" charset="0"/>
              <a:ea typeface="ＭＳ Ｐゴシック" panose="020B0600070205080204" pitchFamily="34" charset="-128"/>
            </a:endParaRPr>
          </a:p>
        </p:txBody>
      </p:sp>
      <p:sp>
        <p:nvSpPr>
          <p:cNvPr id="2" name="Segnaposto numero diapositiva 5">
            <a:extLst>
              <a:ext uri="{FF2B5EF4-FFF2-40B4-BE49-F238E27FC236}">
                <a16:creationId xmlns:a16="http://schemas.microsoft.com/office/drawing/2014/main" id="{23CDD47C-4CEB-8639-F2E7-D6D2F85D31A7}"/>
              </a:ext>
            </a:extLst>
          </p:cNvPr>
          <p:cNvSpPr txBox="1">
            <a:spLocks/>
          </p:cNvSpPr>
          <p:nvPr/>
        </p:nvSpPr>
        <p:spPr bwMode="auto">
          <a:xfrm>
            <a:off x="6548472" y="6146800"/>
            <a:ext cx="19050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defPPr>
              <a:defRPr lang="it-IT"/>
            </a:defPPr>
            <a:lvl1pPr algn="r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22433"/>
              </a:buClr>
              <a:buChar char="•"/>
              <a:defRPr sz="2400" kern="12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 kern="12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1600" kern="12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1400" kern="12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 kern="12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defRPr>
            </a:lvl5pPr>
            <a:lvl6pPr marL="2514600" indent="-228600" algn="l" defTabSz="914400" rtl="0" eaLnBrk="0" fontAlgn="base" latinLnBrk="0" hangingPunct="0">
              <a:spcBef>
                <a:spcPct val="20000"/>
              </a:spcBef>
              <a:spcAft>
                <a:spcPct val="0"/>
              </a:spcAft>
              <a:buChar char="»"/>
              <a:defRPr sz="1200" kern="12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defRPr>
            </a:lvl6pPr>
            <a:lvl7pPr marL="2971800" indent="-228600" algn="l" defTabSz="914400" rtl="0" eaLnBrk="0" fontAlgn="base" latinLnBrk="0" hangingPunct="0">
              <a:spcBef>
                <a:spcPct val="20000"/>
              </a:spcBef>
              <a:spcAft>
                <a:spcPct val="0"/>
              </a:spcAft>
              <a:buChar char="»"/>
              <a:defRPr sz="1200" kern="12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defRPr>
            </a:lvl7pPr>
            <a:lvl8pPr marL="3429000" indent="-228600" algn="l" defTabSz="914400" rtl="0" eaLnBrk="0" fontAlgn="base" latinLnBrk="0" hangingPunct="0">
              <a:spcBef>
                <a:spcPct val="20000"/>
              </a:spcBef>
              <a:spcAft>
                <a:spcPct val="0"/>
              </a:spcAft>
              <a:buChar char="»"/>
              <a:defRPr sz="1200" kern="12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defRPr>
            </a:lvl8pPr>
            <a:lvl9pPr marL="3886200" indent="-228600" algn="l" defTabSz="914400" rtl="0" eaLnBrk="0" fontAlgn="base" latinLnBrk="0" hangingPunct="0">
              <a:spcBef>
                <a:spcPct val="20000"/>
              </a:spcBef>
              <a:spcAft>
                <a:spcPct val="0"/>
              </a:spcAft>
              <a:buChar char="»"/>
              <a:defRPr sz="1200" kern="12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r>
              <a:rPr lang="it-IT" altLang="it-IT" sz="1100" dirty="0">
                <a:solidFill>
                  <a:schemeClr val="bg1"/>
                </a:solidFill>
              </a:rPr>
              <a:t>Pagina 1</a:t>
            </a:r>
          </a:p>
        </p:txBody>
      </p:sp>
      <p:sp>
        <p:nvSpPr>
          <p:cNvPr id="4" name="Rectangle 2">
            <a:extLst>
              <a:ext uri="{FF2B5EF4-FFF2-40B4-BE49-F238E27FC236}">
                <a16:creationId xmlns:a16="http://schemas.microsoft.com/office/drawing/2014/main" id="{08C22CE2-C3D6-2049-0DF7-E203F0E1DD6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0" y="368275"/>
            <a:ext cx="9144000" cy="5048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2400" b="1" kern="1200">
                <a:solidFill>
                  <a:srgbClr val="822433"/>
                </a:solidFill>
                <a:latin typeface="+mj-lt"/>
                <a:ea typeface="+mj-ea"/>
                <a:cs typeface="+mj-cs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822433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822433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822433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822433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822433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822433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822433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822433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algn="ctr" eaLnBrk="1" hangingPunct="1"/>
            <a:r>
              <a:rPr lang="it-IT" altLang="it-IT" dirty="0"/>
              <a:t>I protocolli considerati</a:t>
            </a:r>
          </a:p>
        </p:txBody>
      </p:sp>
      <p:pic>
        <p:nvPicPr>
          <p:cNvPr id="5" name="Immagine 4" descr="Immagine che contiene schermata, design&#10;&#10;Descrizione generata automaticamente">
            <a:extLst>
              <a:ext uri="{FF2B5EF4-FFF2-40B4-BE49-F238E27FC236}">
                <a16:creationId xmlns:a16="http://schemas.microsoft.com/office/drawing/2014/main" id="{6F09D74F-245C-85C2-D16F-139E10E10BE3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4708" t="34803" r="35176" b="35312"/>
          <a:stretch/>
        </p:blipFill>
        <p:spPr>
          <a:xfrm>
            <a:off x="5612967" y="1238410"/>
            <a:ext cx="3303569" cy="1844040"/>
          </a:xfrm>
          <a:prstGeom prst="rect">
            <a:avLst/>
          </a:prstGeom>
        </p:spPr>
      </p:pic>
      <p:sp>
        <p:nvSpPr>
          <p:cNvPr id="7" name="Rettangolo 6">
            <a:extLst>
              <a:ext uri="{FF2B5EF4-FFF2-40B4-BE49-F238E27FC236}">
                <a16:creationId xmlns:a16="http://schemas.microsoft.com/office/drawing/2014/main" id="{38B2C977-9E17-5108-1D35-53BB1E651F17}"/>
              </a:ext>
            </a:extLst>
          </p:cNvPr>
          <p:cNvSpPr/>
          <p:nvPr/>
        </p:nvSpPr>
        <p:spPr bwMode="auto">
          <a:xfrm>
            <a:off x="2307880" y="1604012"/>
            <a:ext cx="1356360" cy="37338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900" b="0" i="0" u="none" strike="noStrike" cap="none" normalizeH="0" baseline="0">
              <a:ln>
                <a:noFill/>
              </a:ln>
              <a:solidFill>
                <a:schemeClr val="bg1"/>
              </a:solidFill>
              <a:effectLst/>
              <a:latin typeface="Arial" panose="020B0604020202020204" pitchFamily="34" charset="0"/>
              <a:ea typeface="ＭＳ Ｐゴシック" panose="020B0600070205080204" pitchFamily="34" charset="-128"/>
            </a:endParaRPr>
          </a:p>
        </p:txBody>
      </p:sp>
      <p:sp>
        <p:nvSpPr>
          <p:cNvPr id="12" name="CasellaDiTesto 11">
            <a:extLst>
              <a:ext uri="{FF2B5EF4-FFF2-40B4-BE49-F238E27FC236}">
                <a16:creationId xmlns:a16="http://schemas.microsoft.com/office/drawing/2014/main" id="{7C6B9CA8-16A1-324E-6C13-8BE1AAAE1C8E}"/>
              </a:ext>
            </a:extLst>
          </p:cNvPr>
          <p:cNvSpPr txBox="1"/>
          <p:nvPr/>
        </p:nvSpPr>
        <p:spPr bwMode="auto">
          <a:xfrm>
            <a:off x="411572" y="1115928"/>
            <a:ext cx="3041936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0" indent="0" algn="ctr">
              <a:buNone/>
            </a:pPr>
            <a:r>
              <a:rPr lang="it-IT" sz="2000" dirty="0"/>
              <a:t>Protocolli Non-Interattivi</a:t>
            </a:r>
            <a:endParaRPr lang="en-US" sz="2000" dirty="0"/>
          </a:p>
        </p:txBody>
      </p:sp>
      <p:sp>
        <p:nvSpPr>
          <p:cNvPr id="15" name="CasellaDiTesto 14">
            <a:extLst>
              <a:ext uri="{FF2B5EF4-FFF2-40B4-BE49-F238E27FC236}">
                <a16:creationId xmlns:a16="http://schemas.microsoft.com/office/drawing/2014/main" id="{D7EDF0E6-5A3D-5298-1183-24196FD9B891}"/>
              </a:ext>
            </a:extLst>
          </p:cNvPr>
          <p:cNvSpPr txBox="1"/>
          <p:nvPr/>
        </p:nvSpPr>
        <p:spPr bwMode="auto">
          <a:xfrm>
            <a:off x="495356" y="1489308"/>
            <a:ext cx="4735886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it-IT" sz="2000" dirty="0">
                <a:solidFill>
                  <a:srgbClr val="000000"/>
                </a:solidFill>
              </a:rPr>
              <a:t>Setup iniziale</a:t>
            </a:r>
            <a:endParaRPr lang="en-US" sz="2000" dirty="0">
              <a:solidFill>
                <a:srgbClr val="000000"/>
              </a:solidFill>
            </a:endParaRPr>
          </a:p>
        </p:txBody>
      </p:sp>
      <p:sp>
        <p:nvSpPr>
          <p:cNvPr id="3" name="CasellaDiTesto 2">
            <a:extLst>
              <a:ext uri="{FF2B5EF4-FFF2-40B4-BE49-F238E27FC236}">
                <a16:creationId xmlns:a16="http://schemas.microsoft.com/office/drawing/2014/main" id="{2F74601C-D737-0647-F90B-7C4D8D52B32A}"/>
              </a:ext>
            </a:extLst>
          </p:cNvPr>
          <p:cNvSpPr txBox="1"/>
          <p:nvPr/>
        </p:nvSpPr>
        <p:spPr bwMode="auto">
          <a:xfrm>
            <a:off x="495356" y="1806487"/>
            <a:ext cx="4336875" cy="70788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it-IT" sz="2000" dirty="0">
                <a:solidFill>
                  <a:srgbClr val="000000"/>
                </a:solidFill>
              </a:rPr>
              <a:t>Invio da parte del </a:t>
            </a:r>
            <a:r>
              <a:rPr lang="it-IT" sz="2000" dirty="0" err="1">
                <a:solidFill>
                  <a:srgbClr val="000000"/>
                </a:solidFill>
              </a:rPr>
              <a:t>prover</a:t>
            </a:r>
            <a:r>
              <a:rPr lang="it-IT" sz="2000" dirty="0">
                <a:solidFill>
                  <a:srgbClr val="000000"/>
                </a:solidFill>
              </a:rPr>
              <a:t> di un singolo messaggio</a:t>
            </a:r>
            <a:endParaRPr lang="en-US" sz="2000" dirty="0">
              <a:solidFill>
                <a:srgbClr val="000000"/>
              </a:solidFill>
            </a:endParaRPr>
          </a:p>
        </p:txBody>
      </p:sp>
      <p:sp>
        <p:nvSpPr>
          <p:cNvPr id="10" name="CasellaDiTesto 9">
            <a:extLst>
              <a:ext uri="{FF2B5EF4-FFF2-40B4-BE49-F238E27FC236}">
                <a16:creationId xmlns:a16="http://schemas.microsoft.com/office/drawing/2014/main" id="{2BC5A9BC-6015-7B5B-AEF4-E896DA6289DD}"/>
              </a:ext>
            </a:extLst>
          </p:cNvPr>
          <p:cNvSpPr txBox="1"/>
          <p:nvPr/>
        </p:nvSpPr>
        <p:spPr bwMode="auto">
          <a:xfrm>
            <a:off x="495356" y="2467474"/>
            <a:ext cx="4422873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it-IT" sz="2000" dirty="0">
                <a:solidFill>
                  <a:srgbClr val="000000"/>
                </a:solidFill>
              </a:rPr>
              <a:t>Verifica della validità della prova</a:t>
            </a:r>
            <a:endParaRPr lang="en-US" sz="2000" dirty="0">
              <a:solidFill>
                <a:srgbClr val="000000"/>
              </a:solidFill>
            </a:endParaRPr>
          </a:p>
        </p:txBody>
      </p:sp>
      <mc:AlternateContent xmlns:mc="http://schemas.openxmlformats.org/markup-compatibility/2006" xmlns:p14="http://schemas.microsoft.com/office/powerpoint/2010/main" xmlns:aink="http://schemas.microsoft.com/office/drawing/2016/ink">
        <mc:Choice Requires="p14 aink">
          <p:contentPart p14:bwMode="auto" r:id="rId4">
            <p14:nvContentPartPr>
              <p14:cNvPr id="8" name="Input penna 7">
                <a:extLst>
                  <a:ext uri="{FF2B5EF4-FFF2-40B4-BE49-F238E27FC236}">
                    <a16:creationId xmlns:a16="http://schemas.microsoft.com/office/drawing/2014/main" id="{633B6161-E4F7-ECD3-0ED1-5D95D7408EDC}"/>
                  </a:ext>
                </a:extLst>
              </p14:cNvPr>
              <p14:cNvContentPartPr/>
              <p14:nvPr/>
            </p14:nvContentPartPr>
            <p14:xfrm>
              <a:off x="1377671" y="3362068"/>
              <a:ext cx="360" cy="360"/>
            </p14:xfrm>
          </p:contentPart>
        </mc:Choice>
        <mc:Fallback xmlns="">
          <p:pic>
            <p:nvPicPr>
              <p:cNvPr id="8" name="Input penna 7">
                <a:extLst>
                  <a:ext uri="{FF2B5EF4-FFF2-40B4-BE49-F238E27FC236}">
                    <a16:creationId xmlns:a16="http://schemas.microsoft.com/office/drawing/2014/main" id="{633B6161-E4F7-ECD3-0ED1-5D95D7408EDC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1368671" y="3353068"/>
                <a:ext cx="18000" cy="18000"/>
              </a:xfrm>
              <a:prstGeom prst="rect">
                <a:avLst/>
              </a:prstGeom>
            </p:spPr>
          </p:pic>
        </mc:Fallback>
      </mc:AlternateContent>
      <p:cxnSp>
        <p:nvCxnSpPr>
          <p:cNvPr id="14" name="Connettore diritto 13">
            <a:extLst>
              <a:ext uri="{FF2B5EF4-FFF2-40B4-BE49-F238E27FC236}">
                <a16:creationId xmlns:a16="http://schemas.microsoft.com/office/drawing/2014/main" id="{C08DC3DC-C7DA-C8C9-2DCF-66AE747895F7}"/>
              </a:ext>
            </a:extLst>
          </p:cNvPr>
          <p:cNvCxnSpPr>
            <a:cxnSpLocks/>
          </p:cNvCxnSpPr>
          <p:nvPr/>
        </p:nvCxnSpPr>
        <p:spPr bwMode="auto">
          <a:xfrm>
            <a:off x="2148830" y="3656708"/>
            <a:ext cx="4846340" cy="0"/>
          </a:xfrm>
          <a:prstGeom prst="line">
            <a:avLst/>
          </a:prstGeom>
          <a:ln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pic>
        <p:nvPicPr>
          <p:cNvPr id="23" name="Immagine 22" descr="Immagine che contiene schermata&#10;&#10;Descrizione generata automaticamente">
            <a:extLst>
              <a:ext uri="{FF2B5EF4-FFF2-40B4-BE49-F238E27FC236}">
                <a16:creationId xmlns:a16="http://schemas.microsoft.com/office/drawing/2014/main" id="{A88E91FF-904D-D567-537C-61D47718052A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8986" y="3846614"/>
            <a:ext cx="3733855" cy="1428698"/>
          </a:xfrm>
          <a:prstGeom prst="rect">
            <a:avLst/>
          </a:prstGeom>
        </p:spPr>
      </p:pic>
      <p:sp>
        <p:nvSpPr>
          <p:cNvPr id="25" name="CasellaDiTesto 24">
            <a:extLst>
              <a:ext uri="{FF2B5EF4-FFF2-40B4-BE49-F238E27FC236}">
                <a16:creationId xmlns:a16="http://schemas.microsoft.com/office/drawing/2014/main" id="{1BB169C8-F2E0-5904-F72E-719CC79616D2}"/>
              </a:ext>
            </a:extLst>
          </p:cNvPr>
          <p:cNvSpPr txBox="1"/>
          <p:nvPr/>
        </p:nvSpPr>
        <p:spPr bwMode="auto">
          <a:xfrm>
            <a:off x="495356" y="2816931"/>
            <a:ext cx="4336875" cy="70788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0" indent="0" algn="just">
              <a:buNone/>
            </a:pPr>
            <a:r>
              <a:rPr lang="it-IT" sz="2000" dirty="0">
                <a:solidFill>
                  <a:srgbClr val="000000"/>
                </a:solidFill>
              </a:rPr>
              <a:t>Non sono previsti ulteriori scambi di messaggi.</a:t>
            </a:r>
            <a:endParaRPr lang="en-US" sz="2000" dirty="0">
              <a:solidFill>
                <a:srgbClr val="000000"/>
              </a:solidFill>
            </a:endParaRPr>
          </a:p>
        </p:txBody>
      </p:sp>
      <p:sp>
        <p:nvSpPr>
          <p:cNvPr id="28" name="CasellaDiTesto 27">
            <a:extLst>
              <a:ext uri="{FF2B5EF4-FFF2-40B4-BE49-F238E27FC236}">
                <a16:creationId xmlns:a16="http://schemas.microsoft.com/office/drawing/2014/main" id="{0A3B6D94-B652-C034-191A-D5111D904D25}"/>
              </a:ext>
            </a:extLst>
          </p:cNvPr>
          <p:cNvSpPr txBox="1"/>
          <p:nvPr/>
        </p:nvSpPr>
        <p:spPr bwMode="auto">
          <a:xfrm>
            <a:off x="4315348" y="3714155"/>
            <a:ext cx="4145280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lang="it-IT" sz="2000" dirty="0"/>
              <a:t>Protocolli</a:t>
            </a:r>
            <a:r>
              <a:rPr lang="it-IT" sz="1800" dirty="0"/>
              <a:t> </a:t>
            </a:r>
            <a:r>
              <a:rPr lang="it-IT" sz="2000" dirty="0"/>
              <a:t>Interattivi</a:t>
            </a:r>
            <a:endParaRPr lang="en-US" sz="2000" dirty="0"/>
          </a:p>
        </p:txBody>
      </p:sp>
      <p:sp>
        <p:nvSpPr>
          <p:cNvPr id="16" name="CasellaDiTesto 15">
            <a:extLst>
              <a:ext uri="{FF2B5EF4-FFF2-40B4-BE49-F238E27FC236}">
                <a16:creationId xmlns:a16="http://schemas.microsoft.com/office/drawing/2014/main" id="{39EF29FD-40D4-1EDB-6DEF-8903840283EC}"/>
              </a:ext>
            </a:extLst>
          </p:cNvPr>
          <p:cNvSpPr txBox="1"/>
          <p:nvPr/>
        </p:nvSpPr>
        <p:spPr bwMode="auto">
          <a:xfrm>
            <a:off x="4321210" y="4051658"/>
            <a:ext cx="4595326" cy="6463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pPr marL="0" indent="0" algn="just">
              <a:buNone/>
            </a:pPr>
            <a:r>
              <a:rPr lang="it-IT" sz="1800" dirty="0">
                <a:solidFill>
                  <a:srgbClr val="000000"/>
                </a:solidFill>
              </a:rPr>
              <a:t>E’ prevista un’interazione tra le due parti attiva e prolungata.</a:t>
            </a:r>
            <a:endParaRPr lang="en-US" sz="1800" dirty="0">
              <a:solidFill>
                <a:srgbClr val="000000"/>
              </a:solidFill>
            </a:endParaRPr>
          </a:p>
        </p:txBody>
      </p:sp>
      <p:sp>
        <p:nvSpPr>
          <p:cNvPr id="13" name="CasellaDiTesto 12">
            <a:extLst>
              <a:ext uri="{FF2B5EF4-FFF2-40B4-BE49-F238E27FC236}">
                <a16:creationId xmlns:a16="http://schemas.microsoft.com/office/drawing/2014/main" id="{77BD1A07-1F54-DFED-C38B-14C08A54E755}"/>
              </a:ext>
            </a:extLst>
          </p:cNvPr>
          <p:cNvSpPr txBox="1"/>
          <p:nvPr/>
        </p:nvSpPr>
        <p:spPr bwMode="auto">
          <a:xfrm>
            <a:off x="4315348" y="4666214"/>
            <a:ext cx="4595326" cy="6463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pPr marL="0" indent="0" algn="just">
              <a:buNone/>
            </a:pPr>
            <a:r>
              <a:rPr lang="it-IT" sz="1800" dirty="0">
                <a:solidFill>
                  <a:srgbClr val="000000"/>
                </a:solidFill>
              </a:rPr>
              <a:t>Possibilità di avere più round di </a:t>
            </a:r>
          </a:p>
          <a:p>
            <a:pPr marL="0" indent="0" algn="just">
              <a:buNone/>
            </a:pPr>
            <a:r>
              <a:rPr lang="it-IT" sz="1800" dirty="0">
                <a:solidFill>
                  <a:srgbClr val="000000"/>
                </a:solidFill>
              </a:rPr>
              <a:t>challenge-risposta.</a:t>
            </a:r>
            <a:endParaRPr lang="en-US" sz="1800" dirty="0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43217322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spd="med">
        <p159:morph option="byObject"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Segnaposto piè di pagina 4">
            <a:extLst>
              <a:ext uri="{FF2B5EF4-FFF2-40B4-BE49-F238E27FC236}">
                <a16:creationId xmlns:a16="http://schemas.microsoft.com/office/drawing/2014/main" id="{713867C7-99F0-42C1-BDF1-1330231C60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295400" y="6219825"/>
            <a:ext cx="2895600" cy="457200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rgbClr val="822433"/>
              </a:buClr>
              <a:buChar char="•"/>
              <a:defRPr sz="24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16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14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12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r>
              <a:rPr lang="it-IT" altLang="it-IT" sz="1100" dirty="0" err="1">
                <a:solidFill>
                  <a:schemeClr val="bg1"/>
                </a:solidFill>
              </a:rPr>
              <a:t>Integrating</a:t>
            </a:r>
            <a:r>
              <a:rPr lang="it-IT" altLang="it-IT" sz="1100" dirty="0">
                <a:solidFill>
                  <a:schemeClr val="bg1"/>
                </a:solidFill>
              </a:rPr>
              <a:t> Zero-Knowledge in SCAPI</a:t>
            </a:r>
          </a:p>
        </p:txBody>
      </p:sp>
      <p:sp>
        <p:nvSpPr>
          <p:cNvPr id="6" name="Segnaposto data 3">
            <a:extLst>
              <a:ext uri="{FF2B5EF4-FFF2-40B4-BE49-F238E27FC236}">
                <a16:creationId xmlns:a16="http://schemas.microsoft.com/office/drawing/2014/main" id="{55BEB4CF-D7F4-07C6-F774-7F44CFB6B3E3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343400" y="6146800"/>
            <a:ext cx="1905000" cy="457200"/>
          </a:xfrm>
        </p:spPr>
        <p:txBody>
          <a:bodyPr/>
          <a:lstStyle/>
          <a:p>
            <a:r>
              <a:rPr lang="it-IT" altLang="it-IT">
                <a:solidFill>
                  <a:schemeClr val="bg1"/>
                </a:solidFill>
              </a:rPr>
              <a:t>11/12/2023</a:t>
            </a:r>
            <a:endParaRPr lang="it-IT" altLang="it-IT" dirty="0">
              <a:solidFill>
                <a:schemeClr val="bg1"/>
              </a:solidFill>
            </a:endParaRPr>
          </a:p>
        </p:txBody>
      </p:sp>
      <p:sp>
        <p:nvSpPr>
          <p:cNvPr id="21" name="Rettangolo 20">
            <a:extLst>
              <a:ext uri="{FF2B5EF4-FFF2-40B4-BE49-F238E27FC236}">
                <a16:creationId xmlns:a16="http://schemas.microsoft.com/office/drawing/2014/main" id="{D0BA5FCB-10D6-0CD3-0772-A1B020E3967E}"/>
              </a:ext>
            </a:extLst>
          </p:cNvPr>
          <p:cNvSpPr/>
          <p:nvPr/>
        </p:nvSpPr>
        <p:spPr bwMode="auto">
          <a:xfrm>
            <a:off x="0" y="620688"/>
            <a:ext cx="3960440" cy="246224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it-IT" sz="900" b="0" i="0" u="none" strike="noStrike" cap="none" normalizeH="0" baseline="0">
              <a:ln>
                <a:noFill/>
              </a:ln>
              <a:solidFill>
                <a:schemeClr val="bg1"/>
              </a:solidFill>
              <a:effectLst/>
              <a:latin typeface="Arial" panose="020B0604020202020204" pitchFamily="34" charset="0"/>
              <a:ea typeface="ＭＳ Ｐゴシック" panose="020B0600070205080204" pitchFamily="34" charset="-128"/>
            </a:endParaRPr>
          </a:p>
        </p:txBody>
      </p:sp>
      <p:sp>
        <p:nvSpPr>
          <p:cNvPr id="2" name="Segnaposto numero diapositiva 5">
            <a:extLst>
              <a:ext uri="{FF2B5EF4-FFF2-40B4-BE49-F238E27FC236}">
                <a16:creationId xmlns:a16="http://schemas.microsoft.com/office/drawing/2014/main" id="{23CDD47C-4CEB-8639-F2E7-D6D2F85D31A7}"/>
              </a:ext>
            </a:extLst>
          </p:cNvPr>
          <p:cNvSpPr txBox="1">
            <a:spLocks/>
          </p:cNvSpPr>
          <p:nvPr/>
        </p:nvSpPr>
        <p:spPr bwMode="auto">
          <a:xfrm>
            <a:off x="6548472" y="6146800"/>
            <a:ext cx="19050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defPPr>
              <a:defRPr lang="it-IT"/>
            </a:defPPr>
            <a:lvl1pPr algn="r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22433"/>
              </a:buClr>
              <a:buChar char="•"/>
              <a:defRPr sz="2400" kern="12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 kern="12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1600" kern="12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1400" kern="12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 kern="12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defRPr>
            </a:lvl5pPr>
            <a:lvl6pPr marL="2514600" indent="-228600" algn="l" defTabSz="914400" rtl="0" eaLnBrk="0" fontAlgn="base" latinLnBrk="0" hangingPunct="0">
              <a:spcBef>
                <a:spcPct val="20000"/>
              </a:spcBef>
              <a:spcAft>
                <a:spcPct val="0"/>
              </a:spcAft>
              <a:buChar char="»"/>
              <a:defRPr sz="1200" kern="12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defRPr>
            </a:lvl6pPr>
            <a:lvl7pPr marL="2971800" indent="-228600" algn="l" defTabSz="914400" rtl="0" eaLnBrk="0" fontAlgn="base" latinLnBrk="0" hangingPunct="0">
              <a:spcBef>
                <a:spcPct val="20000"/>
              </a:spcBef>
              <a:spcAft>
                <a:spcPct val="0"/>
              </a:spcAft>
              <a:buChar char="»"/>
              <a:defRPr sz="1200" kern="12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defRPr>
            </a:lvl7pPr>
            <a:lvl8pPr marL="3429000" indent="-228600" algn="l" defTabSz="914400" rtl="0" eaLnBrk="0" fontAlgn="base" latinLnBrk="0" hangingPunct="0">
              <a:spcBef>
                <a:spcPct val="20000"/>
              </a:spcBef>
              <a:spcAft>
                <a:spcPct val="0"/>
              </a:spcAft>
              <a:buChar char="»"/>
              <a:defRPr sz="1200" kern="12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defRPr>
            </a:lvl8pPr>
            <a:lvl9pPr marL="3886200" indent="-228600" algn="l" defTabSz="914400" rtl="0" eaLnBrk="0" fontAlgn="base" latinLnBrk="0" hangingPunct="0">
              <a:spcBef>
                <a:spcPct val="20000"/>
              </a:spcBef>
              <a:spcAft>
                <a:spcPct val="0"/>
              </a:spcAft>
              <a:buChar char="»"/>
              <a:defRPr sz="1200" kern="12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r>
              <a:rPr lang="it-IT" altLang="it-IT" sz="1100" dirty="0">
                <a:solidFill>
                  <a:schemeClr val="bg1"/>
                </a:solidFill>
              </a:rPr>
              <a:t>Pagina 2</a:t>
            </a:r>
          </a:p>
        </p:txBody>
      </p:sp>
      <p:sp>
        <p:nvSpPr>
          <p:cNvPr id="4" name="Rectangle 2">
            <a:extLst>
              <a:ext uri="{FF2B5EF4-FFF2-40B4-BE49-F238E27FC236}">
                <a16:creationId xmlns:a16="http://schemas.microsoft.com/office/drawing/2014/main" id="{08C22CE2-C3D6-2049-0DF7-E203F0E1DD6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0" y="2830523"/>
            <a:ext cx="9144000" cy="5048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2400" b="1" kern="1200">
                <a:solidFill>
                  <a:srgbClr val="822433"/>
                </a:solidFill>
                <a:latin typeface="+mj-lt"/>
                <a:ea typeface="+mj-ea"/>
                <a:cs typeface="+mj-cs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822433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822433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822433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822433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822433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822433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822433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822433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algn="ctr" eaLnBrk="1" hangingPunct="1"/>
            <a:r>
              <a:rPr lang="it-IT" altLang="it-IT" dirty="0"/>
              <a:t>Protocolli Interattivi</a:t>
            </a:r>
          </a:p>
        </p:txBody>
      </p:sp>
    </p:spTree>
    <p:extLst>
      <p:ext uri="{BB962C8B-B14F-4D97-AF65-F5344CB8AC3E}">
        <p14:creationId xmlns:p14="http://schemas.microsoft.com/office/powerpoint/2010/main" val="221550674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spd="med">
        <p159:morph option="byObject"/>
      </p:transition>
    </mc:Choice>
    <mc:Fallback>
      <p:transition spd="med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Segnaposto piè di pagina 4">
            <a:extLst>
              <a:ext uri="{FF2B5EF4-FFF2-40B4-BE49-F238E27FC236}">
                <a16:creationId xmlns:a16="http://schemas.microsoft.com/office/drawing/2014/main" id="{713867C7-99F0-42C1-BDF1-1330231C60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295400" y="6219825"/>
            <a:ext cx="2895600" cy="457200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rgbClr val="822433"/>
              </a:buClr>
              <a:buChar char="•"/>
              <a:defRPr sz="24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16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14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12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r>
              <a:rPr lang="it-IT" altLang="it-IT" sz="1100" dirty="0" err="1">
                <a:solidFill>
                  <a:schemeClr val="bg1"/>
                </a:solidFill>
              </a:rPr>
              <a:t>Integrating</a:t>
            </a:r>
            <a:r>
              <a:rPr lang="it-IT" altLang="it-IT" sz="1100" dirty="0">
                <a:solidFill>
                  <a:schemeClr val="bg1"/>
                </a:solidFill>
              </a:rPr>
              <a:t> Zero-Knowledge in SCAPI</a:t>
            </a:r>
          </a:p>
        </p:txBody>
      </p:sp>
      <p:sp>
        <p:nvSpPr>
          <p:cNvPr id="6" name="Segnaposto data 3">
            <a:extLst>
              <a:ext uri="{FF2B5EF4-FFF2-40B4-BE49-F238E27FC236}">
                <a16:creationId xmlns:a16="http://schemas.microsoft.com/office/drawing/2014/main" id="{55BEB4CF-D7F4-07C6-F774-7F44CFB6B3E3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343400" y="6146800"/>
            <a:ext cx="1905000" cy="457200"/>
          </a:xfrm>
        </p:spPr>
        <p:txBody>
          <a:bodyPr/>
          <a:lstStyle/>
          <a:p>
            <a:r>
              <a:rPr lang="it-IT" altLang="it-IT" dirty="0">
                <a:solidFill>
                  <a:schemeClr val="bg1"/>
                </a:solidFill>
              </a:rPr>
              <a:t>11/12/2023</a:t>
            </a:r>
          </a:p>
          <a:p>
            <a:endParaRPr lang="it-IT" altLang="it-IT" dirty="0"/>
          </a:p>
        </p:txBody>
      </p:sp>
      <p:sp>
        <p:nvSpPr>
          <p:cNvPr id="21" name="Rettangolo 20">
            <a:extLst>
              <a:ext uri="{FF2B5EF4-FFF2-40B4-BE49-F238E27FC236}">
                <a16:creationId xmlns:a16="http://schemas.microsoft.com/office/drawing/2014/main" id="{D0BA5FCB-10D6-0CD3-0772-A1B020E3967E}"/>
              </a:ext>
            </a:extLst>
          </p:cNvPr>
          <p:cNvSpPr/>
          <p:nvPr/>
        </p:nvSpPr>
        <p:spPr bwMode="auto">
          <a:xfrm>
            <a:off x="0" y="620688"/>
            <a:ext cx="3960440" cy="246224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it-IT" sz="900" b="0" i="0" u="none" strike="noStrike" cap="none" normalizeH="0" baseline="0">
              <a:ln>
                <a:noFill/>
              </a:ln>
              <a:solidFill>
                <a:schemeClr val="bg1"/>
              </a:solidFill>
              <a:effectLst/>
              <a:latin typeface="Arial" panose="020B0604020202020204" pitchFamily="34" charset="0"/>
              <a:ea typeface="ＭＳ Ｐゴシック" panose="020B0600070205080204" pitchFamily="34" charset="-128"/>
            </a:endParaRPr>
          </a:p>
        </p:txBody>
      </p:sp>
      <p:sp>
        <p:nvSpPr>
          <p:cNvPr id="2" name="Segnaposto numero diapositiva 5">
            <a:extLst>
              <a:ext uri="{FF2B5EF4-FFF2-40B4-BE49-F238E27FC236}">
                <a16:creationId xmlns:a16="http://schemas.microsoft.com/office/drawing/2014/main" id="{23CDD47C-4CEB-8639-F2E7-D6D2F85D31A7}"/>
              </a:ext>
            </a:extLst>
          </p:cNvPr>
          <p:cNvSpPr txBox="1">
            <a:spLocks/>
          </p:cNvSpPr>
          <p:nvPr/>
        </p:nvSpPr>
        <p:spPr bwMode="auto">
          <a:xfrm>
            <a:off x="6548472" y="6146800"/>
            <a:ext cx="19050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defPPr>
              <a:defRPr lang="it-IT"/>
            </a:defPPr>
            <a:lvl1pPr algn="r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22433"/>
              </a:buClr>
              <a:buChar char="•"/>
              <a:defRPr sz="2400" kern="12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 kern="12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1600" kern="12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1400" kern="12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 kern="12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defRPr>
            </a:lvl5pPr>
            <a:lvl6pPr marL="2514600" indent="-228600" algn="l" defTabSz="914400" rtl="0" eaLnBrk="0" fontAlgn="base" latinLnBrk="0" hangingPunct="0">
              <a:spcBef>
                <a:spcPct val="20000"/>
              </a:spcBef>
              <a:spcAft>
                <a:spcPct val="0"/>
              </a:spcAft>
              <a:buChar char="»"/>
              <a:defRPr sz="1200" kern="12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defRPr>
            </a:lvl6pPr>
            <a:lvl7pPr marL="2971800" indent="-228600" algn="l" defTabSz="914400" rtl="0" eaLnBrk="0" fontAlgn="base" latinLnBrk="0" hangingPunct="0">
              <a:spcBef>
                <a:spcPct val="20000"/>
              </a:spcBef>
              <a:spcAft>
                <a:spcPct val="0"/>
              </a:spcAft>
              <a:buChar char="»"/>
              <a:defRPr sz="1200" kern="12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defRPr>
            </a:lvl7pPr>
            <a:lvl8pPr marL="3429000" indent="-228600" algn="l" defTabSz="914400" rtl="0" eaLnBrk="0" fontAlgn="base" latinLnBrk="0" hangingPunct="0">
              <a:spcBef>
                <a:spcPct val="20000"/>
              </a:spcBef>
              <a:spcAft>
                <a:spcPct val="0"/>
              </a:spcAft>
              <a:buChar char="»"/>
              <a:defRPr sz="1200" kern="12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defRPr>
            </a:lvl8pPr>
            <a:lvl9pPr marL="3886200" indent="-228600" algn="l" defTabSz="914400" rtl="0" eaLnBrk="0" fontAlgn="base" latinLnBrk="0" hangingPunct="0">
              <a:spcBef>
                <a:spcPct val="20000"/>
              </a:spcBef>
              <a:spcAft>
                <a:spcPct val="0"/>
              </a:spcAft>
              <a:buChar char="»"/>
              <a:defRPr sz="1200" kern="12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r>
              <a:rPr lang="it-IT" altLang="it-IT" sz="1100" dirty="0">
                <a:solidFill>
                  <a:schemeClr val="bg1"/>
                </a:solidFill>
              </a:rPr>
              <a:t>Pagina 2</a:t>
            </a:r>
          </a:p>
        </p:txBody>
      </p:sp>
      <p:sp>
        <p:nvSpPr>
          <p:cNvPr id="4" name="Rectangle 2">
            <a:extLst>
              <a:ext uri="{FF2B5EF4-FFF2-40B4-BE49-F238E27FC236}">
                <a16:creationId xmlns:a16="http://schemas.microsoft.com/office/drawing/2014/main" id="{08C22CE2-C3D6-2049-0DF7-E203F0E1DD6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0" y="368275"/>
            <a:ext cx="9144000" cy="5048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2400" b="1" kern="1200">
                <a:solidFill>
                  <a:srgbClr val="822433"/>
                </a:solidFill>
                <a:latin typeface="+mj-lt"/>
                <a:ea typeface="+mj-ea"/>
                <a:cs typeface="+mj-cs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822433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822433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822433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822433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822433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822433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822433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822433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algn="ctr" eaLnBrk="1" hangingPunct="1"/>
            <a:r>
              <a:rPr lang="it-IT" altLang="it-IT" dirty="0"/>
              <a:t>Protocolli Interattivi</a:t>
            </a:r>
          </a:p>
        </p:txBody>
      </p:sp>
      <p:sp>
        <p:nvSpPr>
          <p:cNvPr id="3" name="CasellaDiTesto 2">
            <a:extLst>
              <a:ext uri="{FF2B5EF4-FFF2-40B4-BE49-F238E27FC236}">
                <a16:creationId xmlns:a16="http://schemas.microsoft.com/office/drawing/2014/main" id="{54C057D5-E8CC-823A-9CDC-838804699778}"/>
              </a:ext>
            </a:extLst>
          </p:cNvPr>
          <p:cNvSpPr txBox="1"/>
          <p:nvPr/>
        </p:nvSpPr>
        <p:spPr bwMode="auto">
          <a:xfrm>
            <a:off x="567912" y="1912033"/>
            <a:ext cx="1309975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0" indent="0" algn="ctr">
              <a:buNone/>
            </a:pPr>
            <a:r>
              <a:rPr lang="it-IT" sz="2000" b="1" dirty="0"/>
              <a:t>Proprietà</a:t>
            </a:r>
            <a:endParaRPr lang="en-US" sz="2000" b="1" dirty="0"/>
          </a:p>
        </p:txBody>
      </p:sp>
      <p:sp>
        <p:nvSpPr>
          <p:cNvPr id="5" name="CasellaDiTesto 4">
            <a:extLst>
              <a:ext uri="{FF2B5EF4-FFF2-40B4-BE49-F238E27FC236}">
                <a16:creationId xmlns:a16="http://schemas.microsoft.com/office/drawing/2014/main" id="{EEC60BE6-1B6F-0756-E811-694D544F6D2D}"/>
              </a:ext>
            </a:extLst>
          </p:cNvPr>
          <p:cNvSpPr txBox="1"/>
          <p:nvPr/>
        </p:nvSpPr>
        <p:spPr bwMode="auto">
          <a:xfrm>
            <a:off x="567912" y="3082936"/>
            <a:ext cx="1806906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0" indent="0" algn="ctr">
              <a:buNone/>
            </a:pPr>
            <a:r>
              <a:rPr lang="en-US" sz="2000" b="1" dirty="0"/>
              <a:t>Arthur-Merlin</a:t>
            </a:r>
          </a:p>
        </p:txBody>
      </p:sp>
      <p:sp>
        <p:nvSpPr>
          <p:cNvPr id="8" name="CasellaDiTesto 7">
            <a:extLst>
              <a:ext uri="{FF2B5EF4-FFF2-40B4-BE49-F238E27FC236}">
                <a16:creationId xmlns:a16="http://schemas.microsoft.com/office/drawing/2014/main" id="{45C3D3F4-F314-4763-93B7-6E0FEE11D851}"/>
              </a:ext>
            </a:extLst>
          </p:cNvPr>
          <p:cNvSpPr txBox="1"/>
          <p:nvPr/>
        </p:nvSpPr>
        <p:spPr bwMode="auto">
          <a:xfrm>
            <a:off x="567912" y="4224413"/>
            <a:ext cx="4572000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r>
              <a:rPr lang="en-US" sz="2000" b="1" dirty="0" err="1"/>
              <a:t>Esempio</a:t>
            </a:r>
            <a:r>
              <a:rPr lang="en-US" sz="2000" b="1" dirty="0"/>
              <a:t> di </a:t>
            </a:r>
            <a:r>
              <a:rPr lang="en-US" sz="2000" b="1" dirty="0" err="1"/>
              <a:t>problema</a:t>
            </a:r>
            <a:r>
              <a:rPr lang="en-US" sz="2000" b="1" dirty="0"/>
              <a:t> in IP</a:t>
            </a:r>
          </a:p>
        </p:txBody>
      </p:sp>
    </p:spTree>
    <p:extLst>
      <p:ext uri="{BB962C8B-B14F-4D97-AF65-F5344CB8AC3E}">
        <p14:creationId xmlns:p14="http://schemas.microsoft.com/office/powerpoint/2010/main" val="2831037323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spd="med">
        <p159:morph option="byObject"/>
      </p:transition>
    </mc:Choice>
    <mc:Fallback>
      <p:transition spd="med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Segnaposto piè di pagina 4">
            <a:extLst>
              <a:ext uri="{FF2B5EF4-FFF2-40B4-BE49-F238E27FC236}">
                <a16:creationId xmlns:a16="http://schemas.microsoft.com/office/drawing/2014/main" id="{713867C7-99F0-42C1-BDF1-1330231C60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295400" y="6219825"/>
            <a:ext cx="2895600" cy="457200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rgbClr val="822433"/>
              </a:buClr>
              <a:buChar char="•"/>
              <a:defRPr sz="24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16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14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12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r>
              <a:rPr lang="it-IT" altLang="it-IT" sz="1100" dirty="0" err="1">
                <a:solidFill>
                  <a:schemeClr val="bg1"/>
                </a:solidFill>
              </a:rPr>
              <a:t>Integrating</a:t>
            </a:r>
            <a:r>
              <a:rPr lang="it-IT" altLang="it-IT" sz="1100" dirty="0">
                <a:solidFill>
                  <a:schemeClr val="bg1"/>
                </a:solidFill>
              </a:rPr>
              <a:t> Zero-Knowledge in SCAPI</a:t>
            </a:r>
          </a:p>
        </p:txBody>
      </p:sp>
      <p:sp>
        <p:nvSpPr>
          <p:cNvPr id="6" name="Segnaposto data 3">
            <a:extLst>
              <a:ext uri="{FF2B5EF4-FFF2-40B4-BE49-F238E27FC236}">
                <a16:creationId xmlns:a16="http://schemas.microsoft.com/office/drawing/2014/main" id="{55BEB4CF-D7F4-07C6-F774-7F44CFB6B3E3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343400" y="6146800"/>
            <a:ext cx="1905000" cy="457200"/>
          </a:xfrm>
        </p:spPr>
        <p:txBody>
          <a:bodyPr/>
          <a:lstStyle/>
          <a:p>
            <a:r>
              <a:rPr lang="it-IT" altLang="it-IT">
                <a:solidFill>
                  <a:schemeClr val="bg1"/>
                </a:solidFill>
              </a:rPr>
              <a:t>11/12/2023</a:t>
            </a:r>
            <a:endParaRPr lang="it-IT" altLang="it-IT" dirty="0">
              <a:solidFill>
                <a:schemeClr val="bg1"/>
              </a:solidFill>
            </a:endParaRPr>
          </a:p>
        </p:txBody>
      </p:sp>
      <p:sp>
        <p:nvSpPr>
          <p:cNvPr id="21" name="Rettangolo 20">
            <a:extLst>
              <a:ext uri="{FF2B5EF4-FFF2-40B4-BE49-F238E27FC236}">
                <a16:creationId xmlns:a16="http://schemas.microsoft.com/office/drawing/2014/main" id="{D0BA5FCB-10D6-0CD3-0772-A1B020E3967E}"/>
              </a:ext>
            </a:extLst>
          </p:cNvPr>
          <p:cNvSpPr/>
          <p:nvPr/>
        </p:nvSpPr>
        <p:spPr bwMode="auto">
          <a:xfrm>
            <a:off x="0" y="620688"/>
            <a:ext cx="3960440" cy="246224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it-IT" sz="900" b="0" i="0" u="none" strike="noStrike" cap="none" normalizeH="0" baseline="0">
              <a:ln>
                <a:noFill/>
              </a:ln>
              <a:solidFill>
                <a:schemeClr val="bg1"/>
              </a:solidFill>
              <a:effectLst/>
              <a:latin typeface="Arial" panose="020B0604020202020204" pitchFamily="34" charset="0"/>
              <a:ea typeface="ＭＳ Ｐゴシック" panose="020B0600070205080204" pitchFamily="34" charset="-128"/>
            </a:endParaRPr>
          </a:p>
        </p:txBody>
      </p:sp>
      <p:sp>
        <p:nvSpPr>
          <p:cNvPr id="2" name="Segnaposto numero diapositiva 5">
            <a:extLst>
              <a:ext uri="{FF2B5EF4-FFF2-40B4-BE49-F238E27FC236}">
                <a16:creationId xmlns:a16="http://schemas.microsoft.com/office/drawing/2014/main" id="{23CDD47C-4CEB-8639-F2E7-D6D2F85D31A7}"/>
              </a:ext>
            </a:extLst>
          </p:cNvPr>
          <p:cNvSpPr txBox="1">
            <a:spLocks/>
          </p:cNvSpPr>
          <p:nvPr/>
        </p:nvSpPr>
        <p:spPr bwMode="auto">
          <a:xfrm>
            <a:off x="6548472" y="6146800"/>
            <a:ext cx="19050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defPPr>
              <a:defRPr lang="it-IT"/>
            </a:defPPr>
            <a:lvl1pPr algn="r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22433"/>
              </a:buClr>
              <a:buChar char="•"/>
              <a:defRPr sz="2400" kern="12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 kern="12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1600" kern="12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1400" kern="12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 kern="12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defRPr>
            </a:lvl5pPr>
            <a:lvl6pPr marL="2514600" indent="-228600" algn="l" defTabSz="914400" rtl="0" eaLnBrk="0" fontAlgn="base" latinLnBrk="0" hangingPunct="0">
              <a:spcBef>
                <a:spcPct val="20000"/>
              </a:spcBef>
              <a:spcAft>
                <a:spcPct val="0"/>
              </a:spcAft>
              <a:buChar char="»"/>
              <a:defRPr sz="1200" kern="12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defRPr>
            </a:lvl6pPr>
            <a:lvl7pPr marL="2971800" indent="-228600" algn="l" defTabSz="914400" rtl="0" eaLnBrk="0" fontAlgn="base" latinLnBrk="0" hangingPunct="0">
              <a:spcBef>
                <a:spcPct val="20000"/>
              </a:spcBef>
              <a:spcAft>
                <a:spcPct val="0"/>
              </a:spcAft>
              <a:buChar char="»"/>
              <a:defRPr sz="1200" kern="12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defRPr>
            </a:lvl7pPr>
            <a:lvl8pPr marL="3429000" indent="-228600" algn="l" defTabSz="914400" rtl="0" eaLnBrk="0" fontAlgn="base" latinLnBrk="0" hangingPunct="0">
              <a:spcBef>
                <a:spcPct val="20000"/>
              </a:spcBef>
              <a:spcAft>
                <a:spcPct val="0"/>
              </a:spcAft>
              <a:buChar char="»"/>
              <a:defRPr sz="1200" kern="12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defRPr>
            </a:lvl8pPr>
            <a:lvl9pPr marL="3886200" indent="-228600" algn="l" defTabSz="914400" rtl="0" eaLnBrk="0" fontAlgn="base" latinLnBrk="0" hangingPunct="0">
              <a:spcBef>
                <a:spcPct val="20000"/>
              </a:spcBef>
              <a:spcAft>
                <a:spcPct val="0"/>
              </a:spcAft>
              <a:buChar char="»"/>
              <a:defRPr sz="1200" kern="12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r>
              <a:rPr lang="it-IT" altLang="it-IT" sz="1100" dirty="0">
                <a:solidFill>
                  <a:schemeClr val="bg1"/>
                </a:solidFill>
              </a:rPr>
              <a:t>Pagina 2</a:t>
            </a:r>
          </a:p>
        </p:txBody>
      </p:sp>
      <p:sp>
        <p:nvSpPr>
          <p:cNvPr id="4" name="Rectangle 2">
            <a:extLst>
              <a:ext uri="{FF2B5EF4-FFF2-40B4-BE49-F238E27FC236}">
                <a16:creationId xmlns:a16="http://schemas.microsoft.com/office/drawing/2014/main" id="{08C22CE2-C3D6-2049-0DF7-E203F0E1DD6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0" y="368275"/>
            <a:ext cx="9144000" cy="5048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2400" b="1" kern="1200">
                <a:solidFill>
                  <a:srgbClr val="822433"/>
                </a:solidFill>
                <a:latin typeface="+mj-lt"/>
                <a:ea typeface="+mj-ea"/>
                <a:cs typeface="+mj-cs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822433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822433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822433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822433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822433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822433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822433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822433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algn="ctr" eaLnBrk="1" hangingPunct="1"/>
            <a:r>
              <a:rPr lang="it-IT" altLang="it-IT" dirty="0"/>
              <a:t>Protocolli Interattivi</a:t>
            </a:r>
          </a:p>
        </p:txBody>
      </p:sp>
      <p:sp>
        <p:nvSpPr>
          <p:cNvPr id="3" name="CasellaDiTesto 2">
            <a:extLst>
              <a:ext uri="{FF2B5EF4-FFF2-40B4-BE49-F238E27FC236}">
                <a16:creationId xmlns:a16="http://schemas.microsoft.com/office/drawing/2014/main" id="{54C057D5-E8CC-823A-9CDC-838804699778}"/>
              </a:ext>
            </a:extLst>
          </p:cNvPr>
          <p:cNvSpPr txBox="1"/>
          <p:nvPr/>
        </p:nvSpPr>
        <p:spPr bwMode="auto">
          <a:xfrm>
            <a:off x="567912" y="1851812"/>
            <a:ext cx="2436886" cy="70788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0" indent="0" algn="ctr">
              <a:buNone/>
            </a:pPr>
            <a:r>
              <a:rPr lang="it-IT" sz="4000" b="1" dirty="0"/>
              <a:t>Proprietà</a:t>
            </a:r>
            <a:endParaRPr lang="en-US" sz="4000" b="1" dirty="0"/>
          </a:p>
        </p:txBody>
      </p:sp>
      <p:sp>
        <p:nvSpPr>
          <p:cNvPr id="5" name="CasellaDiTesto 4">
            <a:extLst>
              <a:ext uri="{FF2B5EF4-FFF2-40B4-BE49-F238E27FC236}">
                <a16:creationId xmlns:a16="http://schemas.microsoft.com/office/drawing/2014/main" id="{EEC60BE6-1B6F-0756-E811-694D544F6D2D}"/>
              </a:ext>
            </a:extLst>
          </p:cNvPr>
          <p:cNvSpPr txBox="1"/>
          <p:nvPr/>
        </p:nvSpPr>
        <p:spPr bwMode="auto">
          <a:xfrm>
            <a:off x="567912" y="3082936"/>
            <a:ext cx="1806906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0" indent="0" algn="ctr">
              <a:buNone/>
            </a:pPr>
            <a:r>
              <a:rPr lang="en-US" sz="2000" b="1" dirty="0"/>
              <a:t>Arthur-Merlin</a:t>
            </a:r>
          </a:p>
        </p:txBody>
      </p:sp>
      <p:sp>
        <p:nvSpPr>
          <p:cNvPr id="8" name="CasellaDiTesto 7">
            <a:extLst>
              <a:ext uri="{FF2B5EF4-FFF2-40B4-BE49-F238E27FC236}">
                <a16:creationId xmlns:a16="http://schemas.microsoft.com/office/drawing/2014/main" id="{45C3D3F4-F314-4763-93B7-6E0FEE11D851}"/>
              </a:ext>
            </a:extLst>
          </p:cNvPr>
          <p:cNvSpPr txBox="1"/>
          <p:nvPr/>
        </p:nvSpPr>
        <p:spPr bwMode="auto">
          <a:xfrm>
            <a:off x="567912" y="4224413"/>
            <a:ext cx="4572000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r>
              <a:rPr lang="en-US" sz="2000" b="1" dirty="0" err="1"/>
              <a:t>Esempio</a:t>
            </a:r>
            <a:r>
              <a:rPr lang="en-US" sz="2000" b="1" dirty="0"/>
              <a:t> di </a:t>
            </a:r>
            <a:r>
              <a:rPr lang="en-US" sz="2000" b="1" dirty="0" err="1"/>
              <a:t>problema</a:t>
            </a:r>
            <a:r>
              <a:rPr lang="en-US" sz="2000" b="1" dirty="0"/>
              <a:t> in IP</a:t>
            </a:r>
          </a:p>
        </p:txBody>
      </p:sp>
      <p:sp>
        <p:nvSpPr>
          <p:cNvPr id="10" name="CasellaDiTesto 9">
            <a:extLst>
              <a:ext uri="{FF2B5EF4-FFF2-40B4-BE49-F238E27FC236}">
                <a16:creationId xmlns:a16="http://schemas.microsoft.com/office/drawing/2014/main" id="{1B688F1F-6908-C123-6AD0-7C4C70000C5B}"/>
              </a:ext>
            </a:extLst>
          </p:cNvPr>
          <p:cNvSpPr txBox="1"/>
          <p:nvPr/>
        </p:nvSpPr>
        <p:spPr bwMode="auto">
          <a:xfrm>
            <a:off x="3817475" y="1459203"/>
            <a:ext cx="5083929" cy="224676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it-IT" sz="2000" dirty="0">
                <a:solidFill>
                  <a:srgbClr val="000000"/>
                </a:solidFill>
              </a:rPr>
              <a:t>Perfect </a:t>
            </a:r>
            <a:r>
              <a:rPr lang="it-IT" sz="2000" dirty="0" err="1">
                <a:solidFill>
                  <a:srgbClr val="000000"/>
                </a:solidFill>
              </a:rPr>
              <a:t>Completeness</a:t>
            </a:r>
            <a:r>
              <a:rPr lang="it-IT" sz="2000" dirty="0">
                <a:solidFill>
                  <a:srgbClr val="000000"/>
                </a:solidFill>
              </a:rPr>
              <a:t>: il sistema deve accettare sempre la dimostrazione di un’affermazione vera (con probabilità 1);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it-IT" sz="2000" dirty="0">
                <a:solidFill>
                  <a:srgbClr val="000000"/>
                </a:solidFill>
              </a:rPr>
              <a:t>Perfect </a:t>
            </a:r>
            <a:r>
              <a:rPr lang="it-IT" sz="2000" dirty="0" err="1">
                <a:solidFill>
                  <a:srgbClr val="000000"/>
                </a:solidFill>
              </a:rPr>
              <a:t>Soundness</a:t>
            </a:r>
            <a:r>
              <a:rPr lang="it-IT" sz="2000" dirty="0">
                <a:solidFill>
                  <a:srgbClr val="000000"/>
                </a:solidFill>
              </a:rPr>
              <a:t>: la probabilità che un </a:t>
            </a:r>
            <a:r>
              <a:rPr lang="it-IT" sz="2000" dirty="0" err="1">
                <a:solidFill>
                  <a:srgbClr val="000000"/>
                </a:solidFill>
              </a:rPr>
              <a:t>Prover</a:t>
            </a:r>
            <a:r>
              <a:rPr lang="it-IT" sz="2000" dirty="0">
                <a:solidFill>
                  <a:srgbClr val="000000"/>
                </a:solidFill>
              </a:rPr>
              <a:t> non onesto riesca a convincere il </a:t>
            </a:r>
            <a:r>
              <a:rPr lang="it-IT" sz="2000" dirty="0" err="1">
                <a:solidFill>
                  <a:srgbClr val="000000"/>
                </a:solidFill>
              </a:rPr>
              <a:t>Verifier</a:t>
            </a:r>
            <a:r>
              <a:rPr lang="it-IT" sz="2000" dirty="0">
                <a:solidFill>
                  <a:srgbClr val="000000"/>
                </a:solidFill>
              </a:rPr>
              <a:t> pur non conoscendo la "</a:t>
            </a:r>
            <a:r>
              <a:rPr lang="it-IT" sz="2000" dirty="0" err="1">
                <a:solidFill>
                  <a:srgbClr val="000000"/>
                </a:solidFill>
              </a:rPr>
              <a:t>witness</a:t>
            </a:r>
            <a:r>
              <a:rPr lang="it-IT" sz="2000" dirty="0">
                <a:solidFill>
                  <a:srgbClr val="000000"/>
                </a:solidFill>
              </a:rPr>
              <a:t>" corretta è pari a 0.</a:t>
            </a:r>
            <a:endParaRPr lang="en-US" sz="2000" dirty="0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52059749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spd="med">
        <p159:morph option="byObject"/>
      </p:transition>
    </mc:Choice>
    <mc:Fallback>
      <p:transition spd="med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Segnaposto piè di pagina 4">
            <a:extLst>
              <a:ext uri="{FF2B5EF4-FFF2-40B4-BE49-F238E27FC236}">
                <a16:creationId xmlns:a16="http://schemas.microsoft.com/office/drawing/2014/main" id="{713867C7-99F0-42C1-BDF1-1330231C60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295400" y="6219825"/>
            <a:ext cx="2895600" cy="457200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rgbClr val="822433"/>
              </a:buClr>
              <a:buChar char="•"/>
              <a:defRPr sz="24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16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14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12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r>
              <a:rPr lang="it-IT" altLang="it-IT" sz="1100" dirty="0" err="1">
                <a:solidFill>
                  <a:schemeClr val="bg1"/>
                </a:solidFill>
              </a:rPr>
              <a:t>Integrating</a:t>
            </a:r>
            <a:r>
              <a:rPr lang="it-IT" altLang="it-IT" sz="1100" dirty="0">
                <a:solidFill>
                  <a:schemeClr val="bg1"/>
                </a:solidFill>
              </a:rPr>
              <a:t> Zero-Knowledge in SCAPI</a:t>
            </a:r>
          </a:p>
        </p:txBody>
      </p:sp>
      <p:sp>
        <p:nvSpPr>
          <p:cNvPr id="6" name="Segnaposto data 3">
            <a:extLst>
              <a:ext uri="{FF2B5EF4-FFF2-40B4-BE49-F238E27FC236}">
                <a16:creationId xmlns:a16="http://schemas.microsoft.com/office/drawing/2014/main" id="{55BEB4CF-D7F4-07C6-F774-7F44CFB6B3E3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343400" y="6146800"/>
            <a:ext cx="1905000" cy="457200"/>
          </a:xfrm>
        </p:spPr>
        <p:txBody>
          <a:bodyPr/>
          <a:lstStyle/>
          <a:p>
            <a:r>
              <a:rPr lang="it-IT" altLang="it-IT" dirty="0">
                <a:solidFill>
                  <a:schemeClr val="bg1"/>
                </a:solidFill>
              </a:rPr>
              <a:t>11/12/2023</a:t>
            </a:r>
          </a:p>
          <a:p>
            <a:endParaRPr lang="it-IT" altLang="it-IT" dirty="0"/>
          </a:p>
        </p:txBody>
      </p:sp>
      <p:sp>
        <p:nvSpPr>
          <p:cNvPr id="21" name="Rettangolo 20">
            <a:extLst>
              <a:ext uri="{FF2B5EF4-FFF2-40B4-BE49-F238E27FC236}">
                <a16:creationId xmlns:a16="http://schemas.microsoft.com/office/drawing/2014/main" id="{D0BA5FCB-10D6-0CD3-0772-A1B020E3967E}"/>
              </a:ext>
            </a:extLst>
          </p:cNvPr>
          <p:cNvSpPr/>
          <p:nvPr/>
        </p:nvSpPr>
        <p:spPr bwMode="auto">
          <a:xfrm>
            <a:off x="0" y="620688"/>
            <a:ext cx="3960440" cy="246224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it-IT" sz="900" b="0" i="0" u="none" strike="noStrike" cap="none" normalizeH="0" baseline="0">
              <a:ln>
                <a:noFill/>
              </a:ln>
              <a:solidFill>
                <a:schemeClr val="bg1"/>
              </a:solidFill>
              <a:effectLst/>
              <a:latin typeface="Arial" panose="020B0604020202020204" pitchFamily="34" charset="0"/>
              <a:ea typeface="ＭＳ Ｐゴシック" panose="020B0600070205080204" pitchFamily="34" charset="-128"/>
            </a:endParaRPr>
          </a:p>
        </p:txBody>
      </p:sp>
      <p:sp>
        <p:nvSpPr>
          <p:cNvPr id="2" name="Segnaposto numero diapositiva 5">
            <a:extLst>
              <a:ext uri="{FF2B5EF4-FFF2-40B4-BE49-F238E27FC236}">
                <a16:creationId xmlns:a16="http://schemas.microsoft.com/office/drawing/2014/main" id="{23CDD47C-4CEB-8639-F2E7-D6D2F85D31A7}"/>
              </a:ext>
            </a:extLst>
          </p:cNvPr>
          <p:cNvSpPr txBox="1">
            <a:spLocks/>
          </p:cNvSpPr>
          <p:nvPr/>
        </p:nvSpPr>
        <p:spPr bwMode="auto">
          <a:xfrm>
            <a:off x="6548472" y="6146800"/>
            <a:ext cx="19050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defPPr>
              <a:defRPr lang="it-IT"/>
            </a:defPPr>
            <a:lvl1pPr algn="r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22433"/>
              </a:buClr>
              <a:buChar char="•"/>
              <a:defRPr sz="2400" kern="12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 kern="12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1600" kern="12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1400" kern="12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 kern="12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defRPr>
            </a:lvl5pPr>
            <a:lvl6pPr marL="2514600" indent="-228600" algn="l" defTabSz="914400" rtl="0" eaLnBrk="0" fontAlgn="base" latinLnBrk="0" hangingPunct="0">
              <a:spcBef>
                <a:spcPct val="20000"/>
              </a:spcBef>
              <a:spcAft>
                <a:spcPct val="0"/>
              </a:spcAft>
              <a:buChar char="»"/>
              <a:defRPr sz="1200" kern="12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defRPr>
            </a:lvl6pPr>
            <a:lvl7pPr marL="2971800" indent="-228600" algn="l" defTabSz="914400" rtl="0" eaLnBrk="0" fontAlgn="base" latinLnBrk="0" hangingPunct="0">
              <a:spcBef>
                <a:spcPct val="20000"/>
              </a:spcBef>
              <a:spcAft>
                <a:spcPct val="0"/>
              </a:spcAft>
              <a:buChar char="»"/>
              <a:defRPr sz="1200" kern="12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defRPr>
            </a:lvl7pPr>
            <a:lvl8pPr marL="3429000" indent="-228600" algn="l" defTabSz="914400" rtl="0" eaLnBrk="0" fontAlgn="base" latinLnBrk="0" hangingPunct="0">
              <a:spcBef>
                <a:spcPct val="20000"/>
              </a:spcBef>
              <a:spcAft>
                <a:spcPct val="0"/>
              </a:spcAft>
              <a:buChar char="»"/>
              <a:defRPr sz="1200" kern="12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defRPr>
            </a:lvl8pPr>
            <a:lvl9pPr marL="3886200" indent="-228600" algn="l" defTabSz="914400" rtl="0" eaLnBrk="0" fontAlgn="base" latinLnBrk="0" hangingPunct="0">
              <a:spcBef>
                <a:spcPct val="20000"/>
              </a:spcBef>
              <a:spcAft>
                <a:spcPct val="0"/>
              </a:spcAft>
              <a:buChar char="»"/>
              <a:defRPr sz="1200" kern="12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r>
              <a:rPr lang="it-IT" altLang="it-IT" sz="1100" dirty="0">
                <a:solidFill>
                  <a:schemeClr val="bg1"/>
                </a:solidFill>
              </a:rPr>
              <a:t>Pagina 2</a:t>
            </a:r>
          </a:p>
        </p:txBody>
      </p:sp>
      <p:sp>
        <p:nvSpPr>
          <p:cNvPr id="4" name="Rectangle 2">
            <a:extLst>
              <a:ext uri="{FF2B5EF4-FFF2-40B4-BE49-F238E27FC236}">
                <a16:creationId xmlns:a16="http://schemas.microsoft.com/office/drawing/2014/main" id="{08C22CE2-C3D6-2049-0DF7-E203F0E1DD6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0" y="368275"/>
            <a:ext cx="9144000" cy="5048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2400" b="1" kern="1200">
                <a:solidFill>
                  <a:srgbClr val="822433"/>
                </a:solidFill>
                <a:latin typeface="+mj-lt"/>
                <a:ea typeface="+mj-ea"/>
                <a:cs typeface="+mj-cs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822433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822433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822433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822433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822433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822433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822433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822433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algn="ctr" eaLnBrk="1" hangingPunct="1"/>
            <a:r>
              <a:rPr lang="it-IT" altLang="it-IT" dirty="0"/>
              <a:t>Protocolli Interattivi</a:t>
            </a:r>
          </a:p>
        </p:txBody>
      </p:sp>
      <p:sp>
        <p:nvSpPr>
          <p:cNvPr id="3" name="CasellaDiTesto 2">
            <a:extLst>
              <a:ext uri="{FF2B5EF4-FFF2-40B4-BE49-F238E27FC236}">
                <a16:creationId xmlns:a16="http://schemas.microsoft.com/office/drawing/2014/main" id="{54C057D5-E8CC-823A-9CDC-838804699778}"/>
              </a:ext>
            </a:extLst>
          </p:cNvPr>
          <p:cNvSpPr txBox="1"/>
          <p:nvPr/>
        </p:nvSpPr>
        <p:spPr bwMode="auto">
          <a:xfrm>
            <a:off x="567912" y="1851812"/>
            <a:ext cx="2436886" cy="70788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0" indent="0" algn="ctr">
              <a:buNone/>
            </a:pPr>
            <a:r>
              <a:rPr lang="it-IT" sz="4000" b="1" dirty="0"/>
              <a:t>Proprietà</a:t>
            </a:r>
            <a:endParaRPr lang="en-US" sz="4000" b="1" dirty="0"/>
          </a:p>
        </p:txBody>
      </p:sp>
      <p:sp>
        <p:nvSpPr>
          <p:cNvPr id="5" name="CasellaDiTesto 4">
            <a:extLst>
              <a:ext uri="{FF2B5EF4-FFF2-40B4-BE49-F238E27FC236}">
                <a16:creationId xmlns:a16="http://schemas.microsoft.com/office/drawing/2014/main" id="{EEC60BE6-1B6F-0756-E811-694D544F6D2D}"/>
              </a:ext>
            </a:extLst>
          </p:cNvPr>
          <p:cNvSpPr txBox="1"/>
          <p:nvPr/>
        </p:nvSpPr>
        <p:spPr bwMode="auto">
          <a:xfrm>
            <a:off x="567912" y="3082936"/>
            <a:ext cx="1806906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0" indent="0" algn="ctr">
              <a:buNone/>
            </a:pPr>
            <a:r>
              <a:rPr lang="en-US" sz="2000" b="1" dirty="0"/>
              <a:t>Arthur-Merlin</a:t>
            </a:r>
          </a:p>
        </p:txBody>
      </p:sp>
      <p:sp>
        <p:nvSpPr>
          <p:cNvPr id="8" name="CasellaDiTesto 7">
            <a:extLst>
              <a:ext uri="{FF2B5EF4-FFF2-40B4-BE49-F238E27FC236}">
                <a16:creationId xmlns:a16="http://schemas.microsoft.com/office/drawing/2014/main" id="{45C3D3F4-F314-4763-93B7-6E0FEE11D851}"/>
              </a:ext>
            </a:extLst>
          </p:cNvPr>
          <p:cNvSpPr txBox="1"/>
          <p:nvPr/>
        </p:nvSpPr>
        <p:spPr bwMode="auto">
          <a:xfrm>
            <a:off x="567912" y="4224413"/>
            <a:ext cx="4572000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r>
              <a:rPr lang="en-US" sz="2000" b="1" dirty="0" err="1"/>
              <a:t>Esempio</a:t>
            </a:r>
            <a:r>
              <a:rPr lang="en-US" sz="2000" b="1" dirty="0"/>
              <a:t> di </a:t>
            </a:r>
            <a:r>
              <a:rPr lang="en-US" sz="2000" b="1" dirty="0" err="1"/>
              <a:t>problema</a:t>
            </a:r>
            <a:r>
              <a:rPr lang="en-US" sz="2000" b="1" dirty="0"/>
              <a:t> in IP</a:t>
            </a:r>
          </a:p>
        </p:txBody>
      </p:sp>
      <p:sp>
        <p:nvSpPr>
          <p:cNvPr id="10" name="CasellaDiTesto 9">
            <a:extLst>
              <a:ext uri="{FF2B5EF4-FFF2-40B4-BE49-F238E27FC236}">
                <a16:creationId xmlns:a16="http://schemas.microsoft.com/office/drawing/2014/main" id="{1B688F1F-6908-C123-6AD0-7C4C70000C5B}"/>
              </a:ext>
            </a:extLst>
          </p:cNvPr>
          <p:cNvSpPr txBox="1"/>
          <p:nvPr/>
        </p:nvSpPr>
        <p:spPr bwMode="auto">
          <a:xfrm>
            <a:off x="3817475" y="1459203"/>
            <a:ext cx="5083929" cy="224676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it-IT" sz="2000" dirty="0" err="1">
                <a:solidFill>
                  <a:srgbClr val="000000"/>
                </a:solidFill>
              </a:rPr>
              <a:t>Completeness</a:t>
            </a:r>
            <a:r>
              <a:rPr lang="it-IT" sz="2000" dirty="0">
                <a:solidFill>
                  <a:srgbClr val="000000"/>
                </a:solidFill>
              </a:rPr>
              <a:t>: se x ∈ L, allora esiste un </a:t>
            </a:r>
            <a:r>
              <a:rPr lang="it-IT" sz="2000" dirty="0" err="1">
                <a:solidFill>
                  <a:srgbClr val="000000"/>
                </a:solidFill>
              </a:rPr>
              <a:t>Prover</a:t>
            </a:r>
            <a:r>
              <a:rPr lang="it-IT" sz="2000" dirty="0">
                <a:solidFill>
                  <a:srgbClr val="000000"/>
                </a:solidFill>
              </a:rPr>
              <a:t> P per cui la probabilità di riuscire a convincere il Verificatore V è almeno 2/3;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it-IT" sz="2000" dirty="0" err="1">
                <a:solidFill>
                  <a:srgbClr val="000000"/>
                </a:solidFill>
              </a:rPr>
              <a:t>Soundness</a:t>
            </a:r>
            <a:r>
              <a:rPr lang="it-IT" sz="2000" dirty="0">
                <a:solidFill>
                  <a:srgbClr val="000000"/>
                </a:solidFill>
              </a:rPr>
              <a:t>: se x /∈ L, allora per ogni </a:t>
            </a:r>
            <a:r>
              <a:rPr lang="it-IT" sz="2000" dirty="0" err="1">
                <a:solidFill>
                  <a:srgbClr val="000000"/>
                </a:solidFill>
              </a:rPr>
              <a:t>Prover</a:t>
            </a:r>
            <a:r>
              <a:rPr lang="it-IT" sz="2000" dirty="0">
                <a:solidFill>
                  <a:srgbClr val="000000"/>
                </a:solidFill>
              </a:rPr>
              <a:t> P, la sua probabilità di riuscire a convincere un </a:t>
            </a:r>
            <a:r>
              <a:rPr lang="it-IT" sz="2000" dirty="0" err="1">
                <a:solidFill>
                  <a:srgbClr val="000000"/>
                </a:solidFill>
              </a:rPr>
              <a:t>Verifier</a:t>
            </a:r>
            <a:r>
              <a:rPr lang="it-IT" sz="2000" dirty="0">
                <a:solidFill>
                  <a:srgbClr val="000000"/>
                </a:solidFill>
              </a:rPr>
              <a:t> V è di al più 1/3.</a:t>
            </a:r>
            <a:endParaRPr lang="en-US" sz="2000" dirty="0">
              <a:solidFill>
                <a:srgbClr val="000000"/>
              </a:solidFill>
            </a:endParaRPr>
          </a:p>
        </p:txBody>
      </p:sp>
      <p:sp>
        <p:nvSpPr>
          <p:cNvPr id="7" name="CasellaDiTesto 6">
            <a:extLst>
              <a:ext uri="{FF2B5EF4-FFF2-40B4-BE49-F238E27FC236}">
                <a16:creationId xmlns:a16="http://schemas.microsoft.com/office/drawing/2014/main" id="{713A7C50-C150-045F-3993-C909DA179BF6}"/>
              </a:ext>
            </a:extLst>
          </p:cNvPr>
          <p:cNvSpPr txBox="1"/>
          <p:nvPr/>
        </p:nvSpPr>
        <p:spPr bwMode="auto">
          <a:xfrm>
            <a:off x="3908874" y="812209"/>
            <a:ext cx="5083929" cy="70788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0" indent="0" algn="ctr">
              <a:buNone/>
            </a:pPr>
            <a:r>
              <a:rPr lang="it-IT" sz="2000" dirty="0">
                <a:solidFill>
                  <a:srgbClr val="000000"/>
                </a:solidFill>
              </a:rPr>
              <a:t>Con </a:t>
            </a:r>
            <a:r>
              <a:rPr lang="it-IT" sz="2000" dirty="0" err="1">
                <a:solidFill>
                  <a:srgbClr val="000000"/>
                </a:solidFill>
              </a:rPr>
              <a:t>Verifier</a:t>
            </a:r>
            <a:r>
              <a:rPr lang="it-IT" sz="2000" dirty="0">
                <a:solidFill>
                  <a:srgbClr val="000000"/>
                </a:solidFill>
              </a:rPr>
              <a:t> probabilistico, nella classe di complessità IP:</a:t>
            </a:r>
            <a:endParaRPr lang="en-US" sz="2000" dirty="0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09297381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spd="med">
        <p159:morph option="byObject"/>
      </p:transition>
    </mc:Choice>
    <mc:Fallback>
      <p:transition spd="med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Segnaposto piè di pagina 4">
            <a:extLst>
              <a:ext uri="{FF2B5EF4-FFF2-40B4-BE49-F238E27FC236}">
                <a16:creationId xmlns:a16="http://schemas.microsoft.com/office/drawing/2014/main" id="{713867C7-99F0-42C1-BDF1-1330231C60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295400" y="6219825"/>
            <a:ext cx="2895600" cy="457200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rgbClr val="822433"/>
              </a:buClr>
              <a:buChar char="•"/>
              <a:defRPr sz="24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16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14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12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r>
              <a:rPr lang="it-IT" altLang="it-IT" sz="1100" dirty="0" err="1">
                <a:solidFill>
                  <a:schemeClr val="bg1"/>
                </a:solidFill>
              </a:rPr>
              <a:t>Integrating</a:t>
            </a:r>
            <a:r>
              <a:rPr lang="it-IT" altLang="it-IT" sz="1100" dirty="0">
                <a:solidFill>
                  <a:schemeClr val="bg1"/>
                </a:solidFill>
              </a:rPr>
              <a:t> Zero-Knowledge in SCAPI</a:t>
            </a:r>
          </a:p>
        </p:txBody>
      </p:sp>
      <p:sp>
        <p:nvSpPr>
          <p:cNvPr id="6" name="Segnaposto data 3">
            <a:extLst>
              <a:ext uri="{FF2B5EF4-FFF2-40B4-BE49-F238E27FC236}">
                <a16:creationId xmlns:a16="http://schemas.microsoft.com/office/drawing/2014/main" id="{55BEB4CF-D7F4-07C6-F774-7F44CFB6B3E3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343400" y="6146800"/>
            <a:ext cx="1905000" cy="457200"/>
          </a:xfrm>
        </p:spPr>
        <p:txBody>
          <a:bodyPr/>
          <a:lstStyle/>
          <a:p>
            <a:r>
              <a:rPr lang="it-IT" altLang="it-IT" dirty="0">
                <a:solidFill>
                  <a:schemeClr val="bg1"/>
                </a:solidFill>
              </a:rPr>
              <a:t>11/12/2023</a:t>
            </a:r>
          </a:p>
          <a:p>
            <a:endParaRPr lang="it-IT" altLang="it-IT" dirty="0"/>
          </a:p>
        </p:txBody>
      </p:sp>
      <p:sp>
        <p:nvSpPr>
          <p:cNvPr id="21" name="Rettangolo 20">
            <a:extLst>
              <a:ext uri="{FF2B5EF4-FFF2-40B4-BE49-F238E27FC236}">
                <a16:creationId xmlns:a16="http://schemas.microsoft.com/office/drawing/2014/main" id="{D0BA5FCB-10D6-0CD3-0772-A1B020E3967E}"/>
              </a:ext>
            </a:extLst>
          </p:cNvPr>
          <p:cNvSpPr/>
          <p:nvPr/>
        </p:nvSpPr>
        <p:spPr bwMode="auto">
          <a:xfrm>
            <a:off x="0" y="620688"/>
            <a:ext cx="3960440" cy="246224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it-IT" sz="900" b="0" i="0" u="none" strike="noStrike" cap="none" normalizeH="0" baseline="0">
              <a:ln>
                <a:noFill/>
              </a:ln>
              <a:solidFill>
                <a:schemeClr val="bg1"/>
              </a:solidFill>
              <a:effectLst/>
              <a:latin typeface="Arial" panose="020B0604020202020204" pitchFamily="34" charset="0"/>
              <a:ea typeface="ＭＳ Ｐゴシック" panose="020B0600070205080204" pitchFamily="34" charset="-128"/>
            </a:endParaRPr>
          </a:p>
        </p:txBody>
      </p:sp>
      <p:sp>
        <p:nvSpPr>
          <p:cNvPr id="2" name="Segnaposto numero diapositiva 5">
            <a:extLst>
              <a:ext uri="{FF2B5EF4-FFF2-40B4-BE49-F238E27FC236}">
                <a16:creationId xmlns:a16="http://schemas.microsoft.com/office/drawing/2014/main" id="{23CDD47C-4CEB-8639-F2E7-D6D2F85D31A7}"/>
              </a:ext>
            </a:extLst>
          </p:cNvPr>
          <p:cNvSpPr txBox="1">
            <a:spLocks/>
          </p:cNvSpPr>
          <p:nvPr/>
        </p:nvSpPr>
        <p:spPr bwMode="auto">
          <a:xfrm>
            <a:off x="6548472" y="6146800"/>
            <a:ext cx="19050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defPPr>
              <a:defRPr lang="it-IT"/>
            </a:defPPr>
            <a:lvl1pPr algn="r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22433"/>
              </a:buClr>
              <a:buChar char="•"/>
              <a:defRPr sz="2400" kern="12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 kern="12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1600" kern="12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1400" kern="12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 kern="12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defRPr>
            </a:lvl5pPr>
            <a:lvl6pPr marL="2514600" indent="-228600" algn="l" defTabSz="914400" rtl="0" eaLnBrk="0" fontAlgn="base" latinLnBrk="0" hangingPunct="0">
              <a:spcBef>
                <a:spcPct val="20000"/>
              </a:spcBef>
              <a:spcAft>
                <a:spcPct val="0"/>
              </a:spcAft>
              <a:buChar char="»"/>
              <a:defRPr sz="1200" kern="12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defRPr>
            </a:lvl6pPr>
            <a:lvl7pPr marL="2971800" indent="-228600" algn="l" defTabSz="914400" rtl="0" eaLnBrk="0" fontAlgn="base" latinLnBrk="0" hangingPunct="0">
              <a:spcBef>
                <a:spcPct val="20000"/>
              </a:spcBef>
              <a:spcAft>
                <a:spcPct val="0"/>
              </a:spcAft>
              <a:buChar char="»"/>
              <a:defRPr sz="1200" kern="12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defRPr>
            </a:lvl7pPr>
            <a:lvl8pPr marL="3429000" indent="-228600" algn="l" defTabSz="914400" rtl="0" eaLnBrk="0" fontAlgn="base" latinLnBrk="0" hangingPunct="0">
              <a:spcBef>
                <a:spcPct val="20000"/>
              </a:spcBef>
              <a:spcAft>
                <a:spcPct val="0"/>
              </a:spcAft>
              <a:buChar char="»"/>
              <a:defRPr sz="1200" kern="12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defRPr>
            </a:lvl8pPr>
            <a:lvl9pPr marL="3886200" indent="-228600" algn="l" defTabSz="914400" rtl="0" eaLnBrk="0" fontAlgn="base" latinLnBrk="0" hangingPunct="0">
              <a:spcBef>
                <a:spcPct val="20000"/>
              </a:spcBef>
              <a:spcAft>
                <a:spcPct val="0"/>
              </a:spcAft>
              <a:buChar char="»"/>
              <a:defRPr sz="1200" kern="12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r>
              <a:rPr lang="it-IT" altLang="it-IT" sz="1100" dirty="0">
                <a:solidFill>
                  <a:schemeClr val="bg1"/>
                </a:solidFill>
              </a:rPr>
              <a:t>Pagina 2</a:t>
            </a:r>
          </a:p>
        </p:txBody>
      </p:sp>
      <p:sp>
        <p:nvSpPr>
          <p:cNvPr id="4" name="Rectangle 2">
            <a:extLst>
              <a:ext uri="{FF2B5EF4-FFF2-40B4-BE49-F238E27FC236}">
                <a16:creationId xmlns:a16="http://schemas.microsoft.com/office/drawing/2014/main" id="{08C22CE2-C3D6-2049-0DF7-E203F0E1DD6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0" y="368275"/>
            <a:ext cx="9144000" cy="5048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2400" b="1" kern="1200">
                <a:solidFill>
                  <a:srgbClr val="822433"/>
                </a:solidFill>
                <a:latin typeface="+mj-lt"/>
                <a:ea typeface="+mj-ea"/>
                <a:cs typeface="+mj-cs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822433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822433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822433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822433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822433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822433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822433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822433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algn="ctr" eaLnBrk="1" hangingPunct="1"/>
            <a:r>
              <a:rPr lang="it-IT" altLang="it-IT" dirty="0"/>
              <a:t>Protocolli Interattivi</a:t>
            </a:r>
          </a:p>
        </p:txBody>
      </p:sp>
      <p:sp>
        <p:nvSpPr>
          <p:cNvPr id="3" name="CasellaDiTesto 2">
            <a:extLst>
              <a:ext uri="{FF2B5EF4-FFF2-40B4-BE49-F238E27FC236}">
                <a16:creationId xmlns:a16="http://schemas.microsoft.com/office/drawing/2014/main" id="{54C057D5-E8CC-823A-9CDC-838804699778}"/>
              </a:ext>
            </a:extLst>
          </p:cNvPr>
          <p:cNvSpPr txBox="1"/>
          <p:nvPr/>
        </p:nvSpPr>
        <p:spPr bwMode="auto">
          <a:xfrm>
            <a:off x="567912" y="1912033"/>
            <a:ext cx="1309975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0" indent="0" algn="ctr">
              <a:buNone/>
            </a:pPr>
            <a:r>
              <a:rPr lang="it-IT" sz="2000" b="1" dirty="0"/>
              <a:t>Proprietà</a:t>
            </a:r>
            <a:endParaRPr lang="en-US" sz="2000" b="1" dirty="0"/>
          </a:p>
        </p:txBody>
      </p:sp>
      <p:sp>
        <p:nvSpPr>
          <p:cNvPr id="5" name="CasellaDiTesto 4">
            <a:extLst>
              <a:ext uri="{FF2B5EF4-FFF2-40B4-BE49-F238E27FC236}">
                <a16:creationId xmlns:a16="http://schemas.microsoft.com/office/drawing/2014/main" id="{EEC60BE6-1B6F-0756-E811-694D544F6D2D}"/>
              </a:ext>
            </a:extLst>
          </p:cNvPr>
          <p:cNvSpPr txBox="1"/>
          <p:nvPr/>
        </p:nvSpPr>
        <p:spPr bwMode="auto">
          <a:xfrm>
            <a:off x="524884" y="2802064"/>
            <a:ext cx="3435556" cy="70788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0" indent="0" algn="ctr">
              <a:buNone/>
            </a:pPr>
            <a:r>
              <a:rPr lang="en-US" sz="4000" b="1" dirty="0"/>
              <a:t>Arthur-Merlin</a:t>
            </a:r>
          </a:p>
        </p:txBody>
      </p:sp>
      <p:sp>
        <p:nvSpPr>
          <p:cNvPr id="8" name="CasellaDiTesto 7">
            <a:extLst>
              <a:ext uri="{FF2B5EF4-FFF2-40B4-BE49-F238E27FC236}">
                <a16:creationId xmlns:a16="http://schemas.microsoft.com/office/drawing/2014/main" id="{45C3D3F4-F314-4763-93B7-6E0FEE11D851}"/>
              </a:ext>
            </a:extLst>
          </p:cNvPr>
          <p:cNvSpPr txBox="1"/>
          <p:nvPr/>
        </p:nvSpPr>
        <p:spPr bwMode="auto">
          <a:xfrm>
            <a:off x="567912" y="4224413"/>
            <a:ext cx="4572000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r>
              <a:rPr lang="en-US" sz="2000" b="1" dirty="0" err="1"/>
              <a:t>Esempio</a:t>
            </a:r>
            <a:r>
              <a:rPr lang="en-US" sz="2000" b="1" dirty="0"/>
              <a:t> di </a:t>
            </a:r>
            <a:r>
              <a:rPr lang="en-US" sz="2000" b="1" dirty="0" err="1"/>
              <a:t>problema</a:t>
            </a:r>
            <a:r>
              <a:rPr lang="en-US" sz="2000" b="1" dirty="0"/>
              <a:t> in IP</a:t>
            </a:r>
          </a:p>
        </p:txBody>
      </p:sp>
      <p:sp>
        <p:nvSpPr>
          <p:cNvPr id="7" name="CasellaDiTesto 6">
            <a:extLst>
              <a:ext uri="{FF2B5EF4-FFF2-40B4-BE49-F238E27FC236}">
                <a16:creationId xmlns:a16="http://schemas.microsoft.com/office/drawing/2014/main" id="{478F3AF9-D21A-3F30-2645-AD8A3D87400C}"/>
              </a:ext>
            </a:extLst>
          </p:cNvPr>
          <p:cNvSpPr txBox="1"/>
          <p:nvPr/>
        </p:nvSpPr>
        <p:spPr bwMode="auto">
          <a:xfrm>
            <a:off x="4767943" y="2499639"/>
            <a:ext cx="4114800" cy="193899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spAutoFit/>
          </a:bodyPr>
          <a:lstStyle/>
          <a:p>
            <a:pPr algn="just"/>
            <a:r>
              <a:rPr lang="it-IT" sz="2000" dirty="0">
                <a:solidFill>
                  <a:srgbClr val="000000"/>
                </a:solidFill>
              </a:rPr>
              <a:t>Simile alla classe IP, ma: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it-IT" sz="2000" dirty="0">
                <a:solidFill>
                  <a:srgbClr val="000000"/>
                </a:solidFill>
              </a:rPr>
              <a:t>Limita il numero dei round a un valore costante </a:t>
            </a:r>
            <a:r>
              <a:rPr lang="it-IT" sz="2000" i="1" dirty="0">
                <a:solidFill>
                  <a:srgbClr val="000000"/>
                </a:solidFill>
              </a:rPr>
              <a:t>k;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it-IT" sz="2000" dirty="0">
                <a:solidFill>
                  <a:srgbClr val="000000"/>
                </a:solidFill>
              </a:rPr>
              <a:t>I protocolli sono public-</a:t>
            </a:r>
            <a:r>
              <a:rPr lang="it-IT" sz="2000" dirty="0" err="1">
                <a:solidFill>
                  <a:srgbClr val="000000"/>
                </a:solidFill>
              </a:rPr>
              <a:t>coin</a:t>
            </a:r>
            <a:r>
              <a:rPr lang="it-IT" sz="2000" dirty="0">
                <a:solidFill>
                  <a:srgbClr val="000000"/>
                </a:solidFill>
              </a:rPr>
              <a:t>;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it-IT" sz="2000" dirty="0">
                <a:solidFill>
                  <a:srgbClr val="000000"/>
                </a:solidFill>
              </a:rPr>
              <a:t>Quando </a:t>
            </a:r>
            <a:r>
              <a:rPr lang="it-IT" sz="2000" i="1" dirty="0">
                <a:solidFill>
                  <a:srgbClr val="000000"/>
                </a:solidFill>
              </a:rPr>
              <a:t>k </a:t>
            </a:r>
            <a:r>
              <a:rPr lang="it-IT" sz="2000" dirty="0">
                <a:solidFill>
                  <a:srgbClr val="000000"/>
                </a:solidFill>
              </a:rPr>
              <a:t>è pari è il </a:t>
            </a:r>
            <a:r>
              <a:rPr lang="it-IT" sz="2000" dirty="0" err="1">
                <a:solidFill>
                  <a:srgbClr val="000000"/>
                </a:solidFill>
              </a:rPr>
              <a:t>Verifier</a:t>
            </a:r>
            <a:r>
              <a:rPr lang="it-IT" sz="2000" dirty="0">
                <a:solidFill>
                  <a:srgbClr val="000000"/>
                </a:solidFill>
              </a:rPr>
              <a:t> a mandare il primo messaggio.</a:t>
            </a:r>
            <a:endParaRPr lang="en-US" sz="2000" dirty="0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714338521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spd="med">
        <p159:morph option="byObject"/>
      </p:transition>
    </mc:Choice>
    <mc:Fallback>
      <p:transition spd="med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Segnaposto piè di pagina 4">
            <a:extLst>
              <a:ext uri="{FF2B5EF4-FFF2-40B4-BE49-F238E27FC236}">
                <a16:creationId xmlns:a16="http://schemas.microsoft.com/office/drawing/2014/main" id="{713867C7-99F0-42C1-BDF1-1330231C60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295400" y="6219825"/>
            <a:ext cx="2895600" cy="457200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rgbClr val="822433"/>
              </a:buClr>
              <a:buChar char="•"/>
              <a:defRPr sz="24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16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14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12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r>
              <a:rPr lang="it-IT" altLang="it-IT" sz="1100" dirty="0" err="1">
                <a:solidFill>
                  <a:schemeClr val="bg1"/>
                </a:solidFill>
              </a:rPr>
              <a:t>Integrating</a:t>
            </a:r>
            <a:r>
              <a:rPr lang="it-IT" altLang="it-IT" sz="1100" dirty="0">
                <a:solidFill>
                  <a:schemeClr val="bg1"/>
                </a:solidFill>
              </a:rPr>
              <a:t> Zero-Knowledge in SCAPI</a:t>
            </a:r>
          </a:p>
        </p:txBody>
      </p:sp>
      <p:sp>
        <p:nvSpPr>
          <p:cNvPr id="6" name="Segnaposto data 3">
            <a:extLst>
              <a:ext uri="{FF2B5EF4-FFF2-40B4-BE49-F238E27FC236}">
                <a16:creationId xmlns:a16="http://schemas.microsoft.com/office/drawing/2014/main" id="{55BEB4CF-D7F4-07C6-F774-7F44CFB6B3E3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343400" y="6146800"/>
            <a:ext cx="1905000" cy="457200"/>
          </a:xfrm>
        </p:spPr>
        <p:txBody>
          <a:bodyPr/>
          <a:lstStyle/>
          <a:p>
            <a:r>
              <a:rPr lang="it-IT" altLang="it-IT" dirty="0">
                <a:solidFill>
                  <a:schemeClr val="bg1"/>
                </a:solidFill>
              </a:rPr>
              <a:t>11/12/2023</a:t>
            </a:r>
          </a:p>
          <a:p>
            <a:endParaRPr lang="it-IT" altLang="it-IT" dirty="0"/>
          </a:p>
        </p:txBody>
      </p:sp>
      <p:sp>
        <p:nvSpPr>
          <p:cNvPr id="21" name="Rettangolo 20">
            <a:extLst>
              <a:ext uri="{FF2B5EF4-FFF2-40B4-BE49-F238E27FC236}">
                <a16:creationId xmlns:a16="http://schemas.microsoft.com/office/drawing/2014/main" id="{D0BA5FCB-10D6-0CD3-0772-A1B020E3967E}"/>
              </a:ext>
            </a:extLst>
          </p:cNvPr>
          <p:cNvSpPr/>
          <p:nvPr/>
        </p:nvSpPr>
        <p:spPr bwMode="auto">
          <a:xfrm>
            <a:off x="0" y="620688"/>
            <a:ext cx="3960440" cy="246224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it-IT" sz="900" b="0" i="0" u="none" strike="noStrike" cap="none" normalizeH="0" baseline="0">
              <a:ln>
                <a:noFill/>
              </a:ln>
              <a:solidFill>
                <a:schemeClr val="bg1"/>
              </a:solidFill>
              <a:effectLst/>
              <a:latin typeface="Arial" panose="020B0604020202020204" pitchFamily="34" charset="0"/>
              <a:ea typeface="ＭＳ Ｐゴシック" panose="020B0600070205080204" pitchFamily="34" charset="-128"/>
            </a:endParaRPr>
          </a:p>
        </p:txBody>
      </p:sp>
      <p:sp>
        <p:nvSpPr>
          <p:cNvPr id="2" name="Segnaposto numero diapositiva 5">
            <a:extLst>
              <a:ext uri="{FF2B5EF4-FFF2-40B4-BE49-F238E27FC236}">
                <a16:creationId xmlns:a16="http://schemas.microsoft.com/office/drawing/2014/main" id="{23CDD47C-4CEB-8639-F2E7-D6D2F85D31A7}"/>
              </a:ext>
            </a:extLst>
          </p:cNvPr>
          <p:cNvSpPr txBox="1">
            <a:spLocks/>
          </p:cNvSpPr>
          <p:nvPr/>
        </p:nvSpPr>
        <p:spPr bwMode="auto">
          <a:xfrm>
            <a:off x="6548472" y="6146800"/>
            <a:ext cx="19050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defPPr>
              <a:defRPr lang="it-IT"/>
            </a:defPPr>
            <a:lvl1pPr algn="r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22433"/>
              </a:buClr>
              <a:buChar char="•"/>
              <a:defRPr sz="2400" kern="12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 kern="12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1600" kern="12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1400" kern="12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 kern="12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defRPr>
            </a:lvl5pPr>
            <a:lvl6pPr marL="2514600" indent="-228600" algn="l" defTabSz="914400" rtl="0" eaLnBrk="0" fontAlgn="base" latinLnBrk="0" hangingPunct="0">
              <a:spcBef>
                <a:spcPct val="20000"/>
              </a:spcBef>
              <a:spcAft>
                <a:spcPct val="0"/>
              </a:spcAft>
              <a:buChar char="»"/>
              <a:defRPr sz="1200" kern="12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defRPr>
            </a:lvl6pPr>
            <a:lvl7pPr marL="2971800" indent="-228600" algn="l" defTabSz="914400" rtl="0" eaLnBrk="0" fontAlgn="base" latinLnBrk="0" hangingPunct="0">
              <a:spcBef>
                <a:spcPct val="20000"/>
              </a:spcBef>
              <a:spcAft>
                <a:spcPct val="0"/>
              </a:spcAft>
              <a:buChar char="»"/>
              <a:defRPr sz="1200" kern="12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defRPr>
            </a:lvl7pPr>
            <a:lvl8pPr marL="3429000" indent="-228600" algn="l" defTabSz="914400" rtl="0" eaLnBrk="0" fontAlgn="base" latinLnBrk="0" hangingPunct="0">
              <a:spcBef>
                <a:spcPct val="20000"/>
              </a:spcBef>
              <a:spcAft>
                <a:spcPct val="0"/>
              </a:spcAft>
              <a:buChar char="»"/>
              <a:defRPr sz="1200" kern="12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defRPr>
            </a:lvl8pPr>
            <a:lvl9pPr marL="3886200" indent="-228600" algn="l" defTabSz="914400" rtl="0" eaLnBrk="0" fontAlgn="base" latinLnBrk="0" hangingPunct="0">
              <a:spcBef>
                <a:spcPct val="20000"/>
              </a:spcBef>
              <a:spcAft>
                <a:spcPct val="0"/>
              </a:spcAft>
              <a:buChar char="»"/>
              <a:defRPr sz="1200" kern="12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r>
              <a:rPr lang="it-IT" altLang="it-IT" sz="1100" dirty="0">
                <a:solidFill>
                  <a:schemeClr val="bg1"/>
                </a:solidFill>
              </a:rPr>
              <a:t>Pagina 2</a:t>
            </a:r>
          </a:p>
        </p:txBody>
      </p:sp>
      <p:sp>
        <p:nvSpPr>
          <p:cNvPr id="4" name="Rectangle 2">
            <a:extLst>
              <a:ext uri="{FF2B5EF4-FFF2-40B4-BE49-F238E27FC236}">
                <a16:creationId xmlns:a16="http://schemas.microsoft.com/office/drawing/2014/main" id="{08C22CE2-C3D6-2049-0DF7-E203F0E1DD6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0" y="368275"/>
            <a:ext cx="9144000" cy="5048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2400" b="1" kern="1200">
                <a:solidFill>
                  <a:srgbClr val="822433"/>
                </a:solidFill>
                <a:latin typeface="+mj-lt"/>
                <a:ea typeface="+mj-ea"/>
                <a:cs typeface="+mj-cs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822433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822433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822433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822433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822433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822433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822433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822433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algn="ctr" eaLnBrk="1" hangingPunct="1"/>
            <a:r>
              <a:rPr lang="it-IT" altLang="it-IT" dirty="0"/>
              <a:t>Protocolli Interattivi</a:t>
            </a:r>
          </a:p>
        </p:txBody>
      </p:sp>
      <p:sp>
        <p:nvSpPr>
          <p:cNvPr id="3" name="CasellaDiTesto 2">
            <a:extLst>
              <a:ext uri="{FF2B5EF4-FFF2-40B4-BE49-F238E27FC236}">
                <a16:creationId xmlns:a16="http://schemas.microsoft.com/office/drawing/2014/main" id="{54C057D5-E8CC-823A-9CDC-838804699778}"/>
              </a:ext>
            </a:extLst>
          </p:cNvPr>
          <p:cNvSpPr txBox="1"/>
          <p:nvPr/>
        </p:nvSpPr>
        <p:spPr bwMode="auto">
          <a:xfrm>
            <a:off x="567912" y="1912033"/>
            <a:ext cx="1309975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0" indent="0" algn="ctr">
              <a:buNone/>
            </a:pPr>
            <a:r>
              <a:rPr lang="it-IT" sz="2000" b="1" dirty="0"/>
              <a:t>Proprietà</a:t>
            </a:r>
            <a:endParaRPr lang="en-US" sz="2000" b="1" dirty="0"/>
          </a:p>
        </p:txBody>
      </p:sp>
      <p:sp>
        <p:nvSpPr>
          <p:cNvPr id="5" name="CasellaDiTesto 4">
            <a:extLst>
              <a:ext uri="{FF2B5EF4-FFF2-40B4-BE49-F238E27FC236}">
                <a16:creationId xmlns:a16="http://schemas.microsoft.com/office/drawing/2014/main" id="{EEC60BE6-1B6F-0756-E811-694D544F6D2D}"/>
              </a:ext>
            </a:extLst>
          </p:cNvPr>
          <p:cNvSpPr txBox="1"/>
          <p:nvPr/>
        </p:nvSpPr>
        <p:spPr bwMode="auto">
          <a:xfrm>
            <a:off x="567912" y="3082936"/>
            <a:ext cx="1806906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0" indent="0" algn="ctr">
              <a:buNone/>
            </a:pPr>
            <a:r>
              <a:rPr lang="en-US" sz="2000" b="1" dirty="0"/>
              <a:t>Arthur-Merlin</a:t>
            </a:r>
          </a:p>
        </p:txBody>
      </p:sp>
      <p:sp>
        <p:nvSpPr>
          <p:cNvPr id="8" name="CasellaDiTesto 7">
            <a:extLst>
              <a:ext uri="{FF2B5EF4-FFF2-40B4-BE49-F238E27FC236}">
                <a16:creationId xmlns:a16="http://schemas.microsoft.com/office/drawing/2014/main" id="{45C3D3F4-F314-4763-93B7-6E0FEE11D851}"/>
              </a:ext>
            </a:extLst>
          </p:cNvPr>
          <p:cNvSpPr txBox="1"/>
          <p:nvPr/>
        </p:nvSpPr>
        <p:spPr bwMode="auto">
          <a:xfrm>
            <a:off x="567912" y="4009989"/>
            <a:ext cx="4572000" cy="132343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r>
              <a:rPr lang="en-US" sz="4000" b="1" dirty="0" err="1"/>
              <a:t>Esempio</a:t>
            </a:r>
            <a:r>
              <a:rPr lang="en-US" sz="4000" b="1" dirty="0"/>
              <a:t> di </a:t>
            </a:r>
            <a:r>
              <a:rPr lang="en-US" sz="4000" b="1" dirty="0" err="1"/>
              <a:t>problema</a:t>
            </a:r>
            <a:r>
              <a:rPr lang="en-US" sz="4000" b="1" dirty="0"/>
              <a:t> in IP</a:t>
            </a:r>
          </a:p>
        </p:txBody>
      </p:sp>
      <p:sp>
        <p:nvSpPr>
          <p:cNvPr id="7" name="CasellaDiTesto 6">
            <a:extLst>
              <a:ext uri="{FF2B5EF4-FFF2-40B4-BE49-F238E27FC236}">
                <a16:creationId xmlns:a16="http://schemas.microsoft.com/office/drawing/2014/main" id="{6F6E50C0-83E7-6D90-FBC8-0AF062BBA7B9}"/>
              </a:ext>
            </a:extLst>
          </p:cNvPr>
          <p:cNvSpPr txBox="1"/>
          <p:nvPr/>
        </p:nvSpPr>
        <p:spPr bwMode="auto">
          <a:xfrm>
            <a:off x="4572000" y="4317765"/>
            <a:ext cx="3699588" cy="70788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0" indent="0" algn="ctr">
              <a:buNone/>
            </a:pPr>
            <a:r>
              <a:rPr lang="it-IT" sz="2000" dirty="0">
                <a:solidFill>
                  <a:srgbClr val="000000"/>
                </a:solidFill>
              </a:rPr>
              <a:t>Non Isomorfismo tra grafi</a:t>
            </a:r>
            <a:r>
              <a:rPr lang="en-US" sz="2000" dirty="0">
                <a:solidFill>
                  <a:srgbClr val="000000"/>
                </a:solidFill>
              </a:rPr>
              <a:t> </a:t>
            </a:r>
          </a:p>
          <a:p>
            <a:pPr marL="0" indent="0" algn="ctr">
              <a:buNone/>
            </a:pPr>
            <a:r>
              <a:rPr lang="en-US" sz="2000" dirty="0">
                <a:solidFill>
                  <a:srgbClr val="000000"/>
                </a:solidFill>
              </a:rPr>
              <a:t>con private-coin</a:t>
            </a:r>
            <a:endParaRPr lang="it-IT" sz="2000" dirty="0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37829321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spd="med">
        <p159:morph option="byObject"/>
      </p:transition>
    </mc:Choice>
    <mc:Fallback>
      <p:transition spd="med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Segnaposto piè di pagina 4">
            <a:extLst>
              <a:ext uri="{FF2B5EF4-FFF2-40B4-BE49-F238E27FC236}">
                <a16:creationId xmlns:a16="http://schemas.microsoft.com/office/drawing/2014/main" id="{713867C7-99F0-42C1-BDF1-1330231C60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295400" y="6219825"/>
            <a:ext cx="2895600" cy="457200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rgbClr val="822433"/>
              </a:buClr>
              <a:buChar char="•"/>
              <a:defRPr sz="24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16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14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12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r>
              <a:rPr lang="it-IT" altLang="it-IT" sz="1100" dirty="0" err="1">
                <a:solidFill>
                  <a:schemeClr val="bg1"/>
                </a:solidFill>
              </a:rPr>
              <a:t>Integrating</a:t>
            </a:r>
            <a:r>
              <a:rPr lang="it-IT" altLang="it-IT" sz="1100" dirty="0">
                <a:solidFill>
                  <a:schemeClr val="bg1"/>
                </a:solidFill>
              </a:rPr>
              <a:t> Zero-Knowledge in SCAPI</a:t>
            </a:r>
          </a:p>
        </p:txBody>
      </p:sp>
      <p:sp>
        <p:nvSpPr>
          <p:cNvPr id="6" name="Segnaposto data 3">
            <a:extLst>
              <a:ext uri="{FF2B5EF4-FFF2-40B4-BE49-F238E27FC236}">
                <a16:creationId xmlns:a16="http://schemas.microsoft.com/office/drawing/2014/main" id="{55BEB4CF-D7F4-07C6-F774-7F44CFB6B3E3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343400" y="6146800"/>
            <a:ext cx="1905000" cy="457200"/>
          </a:xfrm>
        </p:spPr>
        <p:txBody>
          <a:bodyPr/>
          <a:lstStyle/>
          <a:p>
            <a:r>
              <a:rPr lang="it-IT" altLang="it-IT" dirty="0">
                <a:solidFill>
                  <a:schemeClr val="bg1"/>
                </a:solidFill>
              </a:rPr>
              <a:t>11/12/2023</a:t>
            </a:r>
          </a:p>
          <a:p>
            <a:endParaRPr lang="it-IT" altLang="it-IT" dirty="0"/>
          </a:p>
        </p:txBody>
      </p:sp>
      <p:sp>
        <p:nvSpPr>
          <p:cNvPr id="21" name="Rettangolo 20">
            <a:extLst>
              <a:ext uri="{FF2B5EF4-FFF2-40B4-BE49-F238E27FC236}">
                <a16:creationId xmlns:a16="http://schemas.microsoft.com/office/drawing/2014/main" id="{D0BA5FCB-10D6-0CD3-0772-A1B020E3967E}"/>
              </a:ext>
            </a:extLst>
          </p:cNvPr>
          <p:cNvSpPr/>
          <p:nvPr/>
        </p:nvSpPr>
        <p:spPr bwMode="auto">
          <a:xfrm>
            <a:off x="0" y="620688"/>
            <a:ext cx="3960440" cy="246224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it-IT" sz="900" b="0" i="0" u="none" strike="noStrike" cap="none" normalizeH="0" baseline="0">
              <a:ln>
                <a:noFill/>
              </a:ln>
              <a:solidFill>
                <a:schemeClr val="bg1"/>
              </a:solidFill>
              <a:effectLst/>
              <a:latin typeface="Arial" panose="020B0604020202020204" pitchFamily="34" charset="0"/>
              <a:ea typeface="ＭＳ Ｐゴシック" panose="020B0600070205080204" pitchFamily="34" charset="-128"/>
            </a:endParaRPr>
          </a:p>
        </p:txBody>
      </p:sp>
      <p:sp>
        <p:nvSpPr>
          <p:cNvPr id="2" name="Segnaposto numero diapositiva 5">
            <a:extLst>
              <a:ext uri="{FF2B5EF4-FFF2-40B4-BE49-F238E27FC236}">
                <a16:creationId xmlns:a16="http://schemas.microsoft.com/office/drawing/2014/main" id="{23CDD47C-4CEB-8639-F2E7-D6D2F85D31A7}"/>
              </a:ext>
            </a:extLst>
          </p:cNvPr>
          <p:cNvSpPr txBox="1">
            <a:spLocks/>
          </p:cNvSpPr>
          <p:nvPr/>
        </p:nvSpPr>
        <p:spPr bwMode="auto">
          <a:xfrm>
            <a:off x="6548472" y="6146800"/>
            <a:ext cx="19050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defPPr>
              <a:defRPr lang="it-IT"/>
            </a:defPPr>
            <a:lvl1pPr algn="r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22433"/>
              </a:buClr>
              <a:buChar char="•"/>
              <a:defRPr sz="2400" kern="12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 kern="12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1600" kern="12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1400" kern="12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 kern="12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defRPr>
            </a:lvl5pPr>
            <a:lvl6pPr marL="2514600" indent="-228600" algn="l" defTabSz="914400" rtl="0" eaLnBrk="0" fontAlgn="base" latinLnBrk="0" hangingPunct="0">
              <a:spcBef>
                <a:spcPct val="20000"/>
              </a:spcBef>
              <a:spcAft>
                <a:spcPct val="0"/>
              </a:spcAft>
              <a:buChar char="»"/>
              <a:defRPr sz="1200" kern="12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defRPr>
            </a:lvl6pPr>
            <a:lvl7pPr marL="2971800" indent="-228600" algn="l" defTabSz="914400" rtl="0" eaLnBrk="0" fontAlgn="base" latinLnBrk="0" hangingPunct="0">
              <a:spcBef>
                <a:spcPct val="20000"/>
              </a:spcBef>
              <a:spcAft>
                <a:spcPct val="0"/>
              </a:spcAft>
              <a:buChar char="»"/>
              <a:defRPr sz="1200" kern="12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defRPr>
            </a:lvl7pPr>
            <a:lvl8pPr marL="3429000" indent="-228600" algn="l" defTabSz="914400" rtl="0" eaLnBrk="0" fontAlgn="base" latinLnBrk="0" hangingPunct="0">
              <a:spcBef>
                <a:spcPct val="20000"/>
              </a:spcBef>
              <a:spcAft>
                <a:spcPct val="0"/>
              </a:spcAft>
              <a:buChar char="»"/>
              <a:defRPr sz="1200" kern="12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defRPr>
            </a:lvl8pPr>
            <a:lvl9pPr marL="3886200" indent="-228600" algn="l" defTabSz="914400" rtl="0" eaLnBrk="0" fontAlgn="base" latinLnBrk="0" hangingPunct="0">
              <a:spcBef>
                <a:spcPct val="20000"/>
              </a:spcBef>
              <a:spcAft>
                <a:spcPct val="0"/>
              </a:spcAft>
              <a:buChar char="»"/>
              <a:defRPr sz="1200" kern="12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r>
              <a:rPr lang="it-IT" altLang="it-IT" sz="1100" dirty="0">
                <a:solidFill>
                  <a:schemeClr val="bg1"/>
                </a:solidFill>
              </a:rPr>
              <a:t>Pagina 3</a:t>
            </a:r>
          </a:p>
        </p:txBody>
      </p:sp>
      <p:sp>
        <p:nvSpPr>
          <p:cNvPr id="4" name="Rectangle 2">
            <a:extLst>
              <a:ext uri="{FF2B5EF4-FFF2-40B4-BE49-F238E27FC236}">
                <a16:creationId xmlns:a16="http://schemas.microsoft.com/office/drawing/2014/main" id="{08C22CE2-C3D6-2049-0DF7-E203F0E1DD6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0" y="368275"/>
            <a:ext cx="9144000" cy="5048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2400" b="1" kern="1200">
                <a:solidFill>
                  <a:srgbClr val="822433"/>
                </a:solidFill>
                <a:latin typeface="+mj-lt"/>
                <a:ea typeface="+mj-ea"/>
                <a:cs typeface="+mj-cs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822433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822433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822433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822433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822433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822433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822433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822433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marL="0" indent="0" algn="ctr">
              <a:buNone/>
            </a:pPr>
            <a:r>
              <a:rPr lang="it-IT" dirty="0"/>
              <a:t>Non Isomorfismo tra grafi</a:t>
            </a:r>
            <a:r>
              <a:rPr lang="en-US" dirty="0"/>
              <a:t> con private-coin  </a:t>
            </a:r>
            <a:endParaRPr lang="it-IT" dirty="0"/>
          </a:p>
        </p:txBody>
      </p:sp>
      <p:sp>
        <p:nvSpPr>
          <p:cNvPr id="10" name="CasellaDiTesto 9">
            <a:extLst>
              <a:ext uri="{FF2B5EF4-FFF2-40B4-BE49-F238E27FC236}">
                <a16:creationId xmlns:a16="http://schemas.microsoft.com/office/drawing/2014/main" id="{C1028F98-91AE-A38E-A3A3-40B177A6D00E}"/>
              </a:ext>
            </a:extLst>
          </p:cNvPr>
          <p:cNvSpPr txBox="1"/>
          <p:nvPr/>
        </p:nvSpPr>
        <p:spPr bwMode="auto">
          <a:xfrm>
            <a:off x="1980220" y="1377853"/>
            <a:ext cx="1222310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0" indent="0" algn="ctr">
              <a:buNone/>
            </a:pPr>
            <a:r>
              <a:rPr lang="it-IT" sz="2000" dirty="0" err="1">
                <a:solidFill>
                  <a:srgbClr val="000000"/>
                </a:solidFill>
              </a:rPr>
              <a:t>Prover</a:t>
            </a:r>
            <a:endParaRPr lang="en-US" sz="2000" dirty="0">
              <a:solidFill>
                <a:srgbClr val="000000"/>
              </a:solidFill>
            </a:endParaRPr>
          </a:p>
        </p:txBody>
      </p:sp>
      <p:sp>
        <p:nvSpPr>
          <p:cNvPr id="11" name="CasellaDiTesto 10">
            <a:extLst>
              <a:ext uri="{FF2B5EF4-FFF2-40B4-BE49-F238E27FC236}">
                <a16:creationId xmlns:a16="http://schemas.microsoft.com/office/drawing/2014/main" id="{52596FF8-C66B-FA22-13FE-49E5B622585A}"/>
              </a:ext>
            </a:extLst>
          </p:cNvPr>
          <p:cNvSpPr txBox="1"/>
          <p:nvPr/>
        </p:nvSpPr>
        <p:spPr bwMode="auto">
          <a:xfrm>
            <a:off x="5937317" y="1377853"/>
            <a:ext cx="1222310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0" indent="0" algn="ctr">
              <a:buNone/>
            </a:pPr>
            <a:r>
              <a:rPr lang="it-IT" sz="2000" dirty="0" err="1">
                <a:solidFill>
                  <a:srgbClr val="000000"/>
                </a:solidFill>
              </a:rPr>
              <a:t>Verifier</a:t>
            </a:r>
            <a:endParaRPr lang="en-US" sz="2000" dirty="0">
              <a:solidFill>
                <a:srgbClr val="000000"/>
              </a:solidFill>
            </a:endParaRPr>
          </a:p>
        </p:txBody>
      </p:sp>
      <p:sp>
        <p:nvSpPr>
          <p:cNvPr id="13" name="Rettangolo con angoli arrotondati 12">
            <a:extLst>
              <a:ext uri="{FF2B5EF4-FFF2-40B4-BE49-F238E27FC236}">
                <a16:creationId xmlns:a16="http://schemas.microsoft.com/office/drawing/2014/main" id="{669EFC27-DB1F-ADEA-E854-ED3B544C3CB9}"/>
              </a:ext>
            </a:extLst>
          </p:cNvPr>
          <p:cNvSpPr/>
          <p:nvPr/>
        </p:nvSpPr>
        <p:spPr bwMode="auto">
          <a:xfrm>
            <a:off x="5061358" y="1945570"/>
            <a:ext cx="3028283" cy="1376128"/>
          </a:xfrm>
          <a:prstGeom prst="roundRect">
            <a:avLst/>
          </a:prstGeom>
          <a:solidFill>
            <a:schemeClr val="tx2">
              <a:lumMod val="20000"/>
              <a:lumOff val="80000"/>
            </a:schemeClr>
          </a:solidFill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it-IT" sz="1600" dirty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rPr>
              <a:t>Sceglie </a:t>
            </a:r>
            <a:r>
              <a:rPr lang="en-US" sz="1600" dirty="0" err="1">
                <a:solidFill>
                  <a:srgbClr val="000000"/>
                </a:solidFill>
              </a:rPr>
              <a:t>i</a:t>
            </a:r>
            <a:r>
              <a:rPr lang="en-US" sz="1600" dirty="0">
                <a:solidFill>
                  <a:srgbClr val="000000"/>
                </a:solidFill>
              </a:rPr>
              <a:t> ∈ {1, 2} </a:t>
            </a:r>
            <a:r>
              <a:rPr lang="en-US" sz="1600" dirty="0" err="1">
                <a:solidFill>
                  <a:srgbClr val="000000"/>
                </a:solidFill>
              </a:rPr>
              <a:t>tramite</a:t>
            </a:r>
            <a:r>
              <a:rPr lang="en-US" sz="1600" dirty="0">
                <a:solidFill>
                  <a:srgbClr val="000000"/>
                </a:solidFill>
              </a:rPr>
              <a:t> </a:t>
            </a:r>
            <a:r>
              <a:rPr lang="en-US" sz="1600" dirty="0" err="1">
                <a:solidFill>
                  <a:srgbClr val="000000"/>
                </a:solidFill>
              </a:rPr>
              <a:t>lancio</a:t>
            </a:r>
            <a:r>
              <a:rPr lang="en-US" sz="1600" dirty="0">
                <a:solidFill>
                  <a:srgbClr val="000000"/>
                </a:solidFill>
              </a:rPr>
              <a:t> di </a:t>
            </a:r>
            <a:r>
              <a:rPr lang="en-US" sz="1600" dirty="0" err="1">
                <a:solidFill>
                  <a:srgbClr val="000000"/>
                </a:solidFill>
              </a:rPr>
              <a:t>monete</a:t>
            </a:r>
            <a:r>
              <a:rPr lang="en-US" sz="1600" dirty="0">
                <a:solidFill>
                  <a:srgbClr val="000000"/>
                </a:solidFill>
              </a:rPr>
              <a:t> </a:t>
            </a:r>
            <a:r>
              <a:rPr lang="en-US" sz="1600" dirty="0" err="1">
                <a:solidFill>
                  <a:srgbClr val="000000"/>
                </a:solidFill>
              </a:rPr>
              <a:t>vituali</a:t>
            </a:r>
            <a:r>
              <a:rPr lang="en-US" sz="1600" dirty="0">
                <a:solidFill>
                  <a:srgbClr val="000000"/>
                </a:solidFill>
              </a:rPr>
              <a:t> e </a:t>
            </a:r>
            <a:r>
              <a:rPr lang="en-US" sz="1600" dirty="0" err="1">
                <a:solidFill>
                  <a:srgbClr val="000000"/>
                </a:solidFill>
              </a:rPr>
              <a:t>permuta</a:t>
            </a:r>
            <a:r>
              <a:rPr lang="en-US" sz="1600" dirty="0">
                <a:solidFill>
                  <a:srgbClr val="000000"/>
                </a:solidFill>
              </a:rPr>
              <a:t> </a:t>
            </a:r>
            <a:r>
              <a:rPr lang="en-US" sz="1600" dirty="0" err="1">
                <a:solidFill>
                  <a:srgbClr val="000000"/>
                </a:solidFill>
              </a:rPr>
              <a:t>randomicamente</a:t>
            </a:r>
            <a:r>
              <a:rPr lang="en-US" sz="1600" dirty="0">
                <a:solidFill>
                  <a:srgbClr val="000000"/>
                </a:solidFill>
              </a:rPr>
              <a:t> </a:t>
            </a:r>
            <a:r>
              <a:rPr lang="en-US" sz="1600" dirty="0" err="1">
                <a:solidFill>
                  <a:srgbClr val="000000"/>
                </a:solidFill>
              </a:rPr>
              <a:t>i</a:t>
            </a:r>
            <a:r>
              <a:rPr lang="en-US" sz="1600" dirty="0">
                <a:solidFill>
                  <a:srgbClr val="000000"/>
                </a:solidFill>
              </a:rPr>
              <a:t> nodi di G</a:t>
            </a:r>
            <a:r>
              <a:rPr lang="en-US" sz="1200" dirty="0">
                <a:solidFill>
                  <a:srgbClr val="000000"/>
                </a:solidFill>
              </a:rPr>
              <a:t>i</a:t>
            </a:r>
            <a:r>
              <a:rPr lang="en-US" sz="1600" dirty="0">
                <a:solidFill>
                  <a:srgbClr val="000000"/>
                </a:solidFill>
              </a:rPr>
              <a:t>, </a:t>
            </a:r>
            <a:r>
              <a:rPr lang="en-US" sz="1600" dirty="0" err="1">
                <a:solidFill>
                  <a:srgbClr val="000000"/>
                </a:solidFill>
              </a:rPr>
              <a:t>ottenendo</a:t>
            </a:r>
            <a:r>
              <a:rPr lang="en-US" sz="1600" dirty="0">
                <a:solidFill>
                  <a:srgbClr val="000000"/>
                </a:solidFill>
              </a:rPr>
              <a:t> un </a:t>
            </a:r>
            <a:r>
              <a:rPr lang="en-US" sz="1600" dirty="0" err="1">
                <a:solidFill>
                  <a:srgbClr val="000000"/>
                </a:solidFill>
              </a:rPr>
              <a:t>grafo</a:t>
            </a:r>
            <a:r>
              <a:rPr lang="en-US" sz="1600" dirty="0">
                <a:solidFill>
                  <a:srgbClr val="000000"/>
                </a:solidFill>
              </a:rPr>
              <a:t> H da </a:t>
            </a:r>
            <a:r>
              <a:rPr lang="en-US" sz="1600" dirty="0" err="1">
                <a:solidFill>
                  <a:srgbClr val="000000"/>
                </a:solidFill>
              </a:rPr>
              <a:t>mandare</a:t>
            </a:r>
            <a:r>
              <a:rPr lang="en-US" sz="1600" dirty="0">
                <a:solidFill>
                  <a:srgbClr val="000000"/>
                </a:solidFill>
              </a:rPr>
              <a:t> al Prover</a:t>
            </a:r>
            <a:endParaRPr kumimoji="0" lang="en-US" sz="1600" b="0" i="0" u="none" strike="noStrike" cap="none" normalizeH="0" baseline="0" dirty="0">
              <a:ln>
                <a:noFill/>
              </a:ln>
              <a:solidFill>
                <a:srgbClr val="000000"/>
              </a:solidFill>
              <a:effectLst/>
              <a:latin typeface="Arial" panose="020B0604020202020204" pitchFamily="34" charset="0"/>
              <a:ea typeface="ＭＳ Ｐゴシック" panose="020B0600070205080204" pitchFamily="34" charset="-128"/>
            </a:endParaRPr>
          </a:p>
        </p:txBody>
      </p:sp>
      <p:cxnSp>
        <p:nvCxnSpPr>
          <p:cNvPr id="16" name="Connettore diritto 15">
            <a:extLst>
              <a:ext uri="{FF2B5EF4-FFF2-40B4-BE49-F238E27FC236}">
                <a16:creationId xmlns:a16="http://schemas.microsoft.com/office/drawing/2014/main" id="{8331AFCC-F0BF-2E16-2079-907142A4A298}"/>
              </a:ext>
            </a:extLst>
          </p:cNvPr>
          <p:cNvCxnSpPr/>
          <p:nvPr/>
        </p:nvCxnSpPr>
        <p:spPr bwMode="auto">
          <a:xfrm>
            <a:off x="4572000" y="1268963"/>
            <a:ext cx="0" cy="4379135"/>
          </a:xfrm>
          <a:prstGeom prst="line">
            <a:avLst/>
          </a:prstGeom>
          <a:noFill/>
          <a:ln w="19050" cap="flat" cmpd="sng" algn="ctr">
            <a:solidFill>
              <a:schemeClr val="tx1"/>
            </a:solidFill>
            <a:prstDash val="dashDot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</p:cxnSp>
    </p:spTree>
    <p:extLst>
      <p:ext uri="{BB962C8B-B14F-4D97-AF65-F5344CB8AC3E}">
        <p14:creationId xmlns:p14="http://schemas.microsoft.com/office/powerpoint/2010/main" val="1545142536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spd="med">
        <p159:morph option="byObject"/>
      </p:transition>
    </mc:Choice>
    <mc:Fallback>
      <p:transition spd="med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Segnaposto piè di pagina 4">
            <a:extLst>
              <a:ext uri="{FF2B5EF4-FFF2-40B4-BE49-F238E27FC236}">
                <a16:creationId xmlns:a16="http://schemas.microsoft.com/office/drawing/2014/main" id="{713867C7-99F0-42C1-BDF1-1330231C60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295400" y="6219825"/>
            <a:ext cx="2895600" cy="457200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rgbClr val="822433"/>
              </a:buClr>
              <a:buChar char="•"/>
              <a:defRPr sz="24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16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14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12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r>
              <a:rPr lang="it-IT" altLang="it-IT" sz="1100" dirty="0" err="1">
                <a:solidFill>
                  <a:schemeClr val="bg1"/>
                </a:solidFill>
              </a:rPr>
              <a:t>Integrating</a:t>
            </a:r>
            <a:r>
              <a:rPr lang="it-IT" altLang="it-IT" sz="1100" dirty="0">
                <a:solidFill>
                  <a:schemeClr val="bg1"/>
                </a:solidFill>
              </a:rPr>
              <a:t> Zero-Knowledge in SCAPI</a:t>
            </a:r>
          </a:p>
        </p:txBody>
      </p:sp>
      <p:sp>
        <p:nvSpPr>
          <p:cNvPr id="6" name="Segnaposto data 3">
            <a:extLst>
              <a:ext uri="{FF2B5EF4-FFF2-40B4-BE49-F238E27FC236}">
                <a16:creationId xmlns:a16="http://schemas.microsoft.com/office/drawing/2014/main" id="{55BEB4CF-D7F4-07C6-F774-7F44CFB6B3E3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343400" y="6146800"/>
            <a:ext cx="1905000" cy="457200"/>
          </a:xfrm>
        </p:spPr>
        <p:txBody>
          <a:bodyPr/>
          <a:lstStyle/>
          <a:p>
            <a:r>
              <a:rPr lang="it-IT" altLang="it-IT" dirty="0">
                <a:solidFill>
                  <a:schemeClr val="bg1"/>
                </a:solidFill>
              </a:rPr>
              <a:t>11/12/2023</a:t>
            </a:r>
          </a:p>
          <a:p>
            <a:endParaRPr lang="it-IT" altLang="it-IT" dirty="0"/>
          </a:p>
        </p:txBody>
      </p:sp>
      <p:sp>
        <p:nvSpPr>
          <p:cNvPr id="21" name="Rettangolo 20">
            <a:extLst>
              <a:ext uri="{FF2B5EF4-FFF2-40B4-BE49-F238E27FC236}">
                <a16:creationId xmlns:a16="http://schemas.microsoft.com/office/drawing/2014/main" id="{D0BA5FCB-10D6-0CD3-0772-A1B020E3967E}"/>
              </a:ext>
            </a:extLst>
          </p:cNvPr>
          <p:cNvSpPr/>
          <p:nvPr/>
        </p:nvSpPr>
        <p:spPr bwMode="auto">
          <a:xfrm>
            <a:off x="0" y="620688"/>
            <a:ext cx="3960440" cy="246224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it-IT" sz="900" b="0" i="0" u="none" strike="noStrike" cap="none" normalizeH="0" baseline="0">
              <a:ln>
                <a:noFill/>
              </a:ln>
              <a:solidFill>
                <a:schemeClr val="bg1"/>
              </a:solidFill>
              <a:effectLst/>
              <a:latin typeface="Arial" panose="020B0604020202020204" pitchFamily="34" charset="0"/>
              <a:ea typeface="ＭＳ Ｐゴシック" panose="020B0600070205080204" pitchFamily="34" charset="-128"/>
            </a:endParaRPr>
          </a:p>
        </p:txBody>
      </p:sp>
      <p:sp>
        <p:nvSpPr>
          <p:cNvPr id="2" name="Segnaposto numero diapositiva 5">
            <a:extLst>
              <a:ext uri="{FF2B5EF4-FFF2-40B4-BE49-F238E27FC236}">
                <a16:creationId xmlns:a16="http://schemas.microsoft.com/office/drawing/2014/main" id="{23CDD47C-4CEB-8639-F2E7-D6D2F85D31A7}"/>
              </a:ext>
            </a:extLst>
          </p:cNvPr>
          <p:cNvSpPr txBox="1">
            <a:spLocks/>
          </p:cNvSpPr>
          <p:nvPr/>
        </p:nvSpPr>
        <p:spPr bwMode="auto">
          <a:xfrm>
            <a:off x="6548472" y="6146800"/>
            <a:ext cx="19050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defPPr>
              <a:defRPr lang="it-IT"/>
            </a:defPPr>
            <a:lvl1pPr algn="r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22433"/>
              </a:buClr>
              <a:buChar char="•"/>
              <a:defRPr sz="2400" kern="12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 kern="12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1600" kern="12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1400" kern="12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 kern="12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defRPr>
            </a:lvl5pPr>
            <a:lvl6pPr marL="2514600" indent="-228600" algn="l" defTabSz="914400" rtl="0" eaLnBrk="0" fontAlgn="base" latinLnBrk="0" hangingPunct="0">
              <a:spcBef>
                <a:spcPct val="20000"/>
              </a:spcBef>
              <a:spcAft>
                <a:spcPct val="0"/>
              </a:spcAft>
              <a:buChar char="»"/>
              <a:defRPr sz="1200" kern="12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defRPr>
            </a:lvl6pPr>
            <a:lvl7pPr marL="2971800" indent="-228600" algn="l" defTabSz="914400" rtl="0" eaLnBrk="0" fontAlgn="base" latinLnBrk="0" hangingPunct="0">
              <a:spcBef>
                <a:spcPct val="20000"/>
              </a:spcBef>
              <a:spcAft>
                <a:spcPct val="0"/>
              </a:spcAft>
              <a:buChar char="»"/>
              <a:defRPr sz="1200" kern="12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defRPr>
            </a:lvl7pPr>
            <a:lvl8pPr marL="3429000" indent="-228600" algn="l" defTabSz="914400" rtl="0" eaLnBrk="0" fontAlgn="base" latinLnBrk="0" hangingPunct="0">
              <a:spcBef>
                <a:spcPct val="20000"/>
              </a:spcBef>
              <a:spcAft>
                <a:spcPct val="0"/>
              </a:spcAft>
              <a:buChar char="»"/>
              <a:defRPr sz="1200" kern="12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defRPr>
            </a:lvl8pPr>
            <a:lvl9pPr marL="3886200" indent="-228600" algn="l" defTabSz="914400" rtl="0" eaLnBrk="0" fontAlgn="base" latinLnBrk="0" hangingPunct="0">
              <a:spcBef>
                <a:spcPct val="20000"/>
              </a:spcBef>
              <a:spcAft>
                <a:spcPct val="0"/>
              </a:spcAft>
              <a:buChar char="»"/>
              <a:defRPr sz="1200" kern="12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r>
              <a:rPr lang="it-IT" altLang="it-IT" sz="1100" dirty="0">
                <a:solidFill>
                  <a:schemeClr val="bg1"/>
                </a:solidFill>
              </a:rPr>
              <a:t>Pagina 3</a:t>
            </a:r>
          </a:p>
        </p:txBody>
      </p:sp>
      <p:sp>
        <p:nvSpPr>
          <p:cNvPr id="4" name="Rectangle 2">
            <a:extLst>
              <a:ext uri="{FF2B5EF4-FFF2-40B4-BE49-F238E27FC236}">
                <a16:creationId xmlns:a16="http://schemas.microsoft.com/office/drawing/2014/main" id="{08C22CE2-C3D6-2049-0DF7-E203F0E1DD6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0" y="368275"/>
            <a:ext cx="9144000" cy="5048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2400" b="1" kern="1200">
                <a:solidFill>
                  <a:srgbClr val="822433"/>
                </a:solidFill>
                <a:latin typeface="+mj-lt"/>
                <a:ea typeface="+mj-ea"/>
                <a:cs typeface="+mj-cs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822433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822433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822433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822433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822433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822433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822433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822433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marL="0" indent="0" algn="ctr">
              <a:buNone/>
            </a:pPr>
            <a:r>
              <a:rPr lang="it-IT" dirty="0"/>
              <a:t>Non Isomorfismo tra grafi</a:t>
            </a:r>
            <a:r>
              <a:rPr lang="en-US" dirty="0"/>
              <a:t> con private-coin  </a:t>
            </a:r>
            <a:endParaRPr lang="it-IT" dirty="0"/>
          </a:p>
        </p:txBody>
      </p:sp>
      <p:sp>
        <p:nvSpPr>
          <p:cNvPr id="10" name="CasellaDiTesto 9">
            <a:extLst>
              <a:ext uri="{FF2B5EF4-FFF2-40B4-BE49-F238E27FC236}">
                <a16:creationId xmlns:a16="http://schemas.microsoft.com/office/drawing/2014/main" id="{C1028F98-91AE-A38E-A3A3-40B177A6D00E}"/>
              </a:ext>
            </a:extLst>
          </p:cNvPr>
          <p:cNvSpPr txBox="1"/>
          <p:nvPr/>
        </p:nvSpPr>
        <p:spPr bwMode="auto">
          <a:xfrm>
            <a:off x="1980220" y="1377853"/>
            <a:ext cx="1222310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0" indent="0" algn="ctr">
              <a:buNone/>
            </a:pPr>
            <a:r>
              <a:rPr lang="it-IT" sz="2000" dirty="0" err="1">
                <a:solidFill>
                  <a:srgbClr val="000000"/>
                </a:solidFill>
              </a:rPr>
              <a:t>Prover</a:t>
            </a:r>
            <a:endParaRPr lang="en-US" sz="2000" dirty="0">
              <a:solidFill>
                <a:srgbClr val="000000"/>
              </a:solidFill>
            </a:endParaRPr>
          </a:p>
        </p:txBody>
      </p:sp>
      <p:sp>
        <p:nvSpPr>
          <p:cNvPr id="11" name="CasellaDiTesto 10">
            <a:extLst>
              <a:ext uri="{FF2B5EF4-FFF2-40B4-BE49-F238E27FC236}">
                <a16:creationId xmlns:a16="http://schemas.microsoft.com/office/drawing/2014/main" id="{52596FF8-C66B-FA22-13FE-49E5B622585A}"/>
              </a:ext>
            </a:extLst>
          </p:cNvPr>
          <p:cNvSpPr txBox="1"/>
          <p:nvPr/>
        </p:nvSpPr>
        <p:spPr bwMode="auto">
          <a:xfrm>
            <a:off x="5937317" y="1377853"/>
            <a:ext cx="1222310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0" indent="0" algn="ctr">
              <a:buNone/>
            </a:pPr>
            <a:r>
              <a:rPr lang="it-IT" sz="2000" dirty="0" err="1">
                <a:solidFill>
                  <a:srgbClr val="000000"/>
                </a:solidFill>
              </a:rPr>
              <a:t>Verifier</a:t>
            </a:r>
            <a:endParaRPr lang="en-US" sz="2000" dirty="0">
              <a:solidFill>
                <a:srgbClr val="000000"/>
              </a:solidFill>
            </a:endParaRPr>
          </a:p>
        </p:txBody>
      </p:sp>
      <p:sp>
        <p:nvSpPr>
          <p:cNvPr id="13" name="Rettangolo con angoli arrotondati 12">
            <a:extLst>
              <a:ext uri="{FF2B5EF4-FFF2-40B4-BE49-F238E27FC236}">
                <a16:creationId xmlns:a16="http://schemas.microsoft.com/office/drawing/2014/main" id="{669EFC27-DB1F-ADEA-E854-ED3B544C3CB9}"/>
              </a:ext>
            </a:extLst>
          </p:cNvPr>
          <p:cNvSpPr/>
          <p:nvPr/>
        </p:nvSpPr>
        <p:spPr bwMode="auto">
          <a:xfrm>
            <a:off x="5061358" y="1945570"/>
            <a:ext cx="3028283" cy="1376128"/>
          </a:xfrm>
          <a:prstGeom prst="roundRect">
            <a:avLst/>
          </a:prstGeom>
          <a:solidFill>
            <a:schemeClr val="tx2">
              <a:lumMod val="20000"/>
              <a:lumOff val="80000"/>
            </a:schemeClr>
          </a:solidFill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it-IT" sz="1600" dirty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rPr>
              <a:t>Sceglie </a:t>
            </a:r>
            <a:r>
              <a:rPr lang="en-US" sz="1600" dirty="0" err="1">
                <a:solidFill>
                  <a:srgbClr val="000000"/>
                </a:solidFill>
              </a:rPr>
              <a:t>i</a:t>
            </a:r>
            <a:r>
              <a:rPr lang="en-US" sz="1600" dirty="0">
                <a:solidFill>
                  <a:srgbClr val="000000"/>
                </a:solidFill>
              </a:rPr>
              <a:t> ∈ {1, 2} </a:t>
            </a:r>
            <a:r>
              <a:rPr lang="en-US" sz="1600" dirty="0" err="1">
                <a:solidFill>
                  <a:srgbClr val="000000"/>
                </a:solidFill>
              </a:rPr>
              <a:t>tramite</a:t>
            </a:r>
            <a:r>
              <a:rPr lang="en-US" sz="1600" dirty="0">
                <a:solidFill>
                  <a:srgbClr val="000000"/>
                </a:solidFill>
              </a:rPr>
              <a:t> </a:t>
            </a:r>
            <a:r>
              <a:rPr lang="en-US" sz="1600" dirty="0" err="1">
                <a:solidFill>
                  <a:srgbClr val="000000"/>
                </a:solidFill>
              </a:rPr>
              <a:t>lancio</a:t>
            </a:r>
            <a:r>
              <a:rPr lang="en-US" sz="1600" dirty="0">
                <a:solidFill>
                  <a:srgbClr val="000000"/>
                </a:solidFill>
              </a:rPr>
              <a:t> di </a:t>
            </a:r>
            <a:r>
              <a:rPr lang="en-US" sz="1600" dirty="0" err="1">
                <a:solidFill>
                  <a:srgbClr val="000000"/>
                </a:solidFill>
              </a:rPr>
              <a:t>monete</a:t>
            </a:r>
            <a:r>
              <a:rPr lang="en-US" sz="1600" dirty="0">
                <a:solidFill>
                  <a:srgbClr val="000000"/>
                </a:solidFill>
              </a:rPr>
              <a:t> </a:t>
            </a:r>
            <a:r>
              <a:rPr lang="en-US" sz="1600" dirty="0" err="1">
                <a:solidFill>
                  <a:srgbClr val="000000"/>
                </a:solidFill>
              </a:rPr>
              <a:t>vituali</a:t>
            </a:r>
            <a:r>
              <a:rPr lang="en-US" sz="1600" dirty="0">
                <a:solidFill>
                  <a:srgbClr val="000000"/>
                </a:solidFill>
              </a:rPr>
              <a:t> e </a:t>
            </a:r>
            <a:r>
              <a:rPr lang="en-US" sz="1600" dirty="0" err="1">
                <a:solidFill>
                  <a:srgbClr val="000000"/>
                </a:solidFill>
              </a:rPr>
              <a:t>permuta</a:t>
            </a:r>
            <a:r>
              <a:rPr lang="en-US" sz="1600" dirty="0">
                <a:solidFill>
                  <a:srgbClr val="000000"/>
                </a:solidFill>
              </a:rPr>
              <a:t> </a:t>
            </a:r>
            <a:r>
              <a:rPr lang="en-US" sz="1600" dirty="0" err="1">
                <a:solidFill>
                  <a:srgbClr val="000000"/>
                </a:solidFill>
              </a:rPr>
              <a:t>randomicamente</a:t>
            </a:r>
            <a:r>
              <a:rPr lang="en-US" sz="1600" dirty="0">
                <a:solidFill>
                  <a:srgbClr val="000000"/>
                </a:solidFill>
              </a:rPr>
              <a:t> </a:t>
            </a:r>
            <a:r>
              <a:rPr lang="en-US" sz="1600" dirty="0" err="1">
                <a:solidFill>
                  <a:srgbClr val="000000"/>
                </a:solidFill>
              </a:rPr>
              <a:t>i</a:t>
            </a:r>
            <a:r>
              <a:rPr lang="en-US" sz="1600" dirty="0">
                <a:solidFill>
                  <a:srgbClr val="000000"/>
                </a:solidFill>
              </a:rPr>
              <a:t> nodi di G</a:t>
            </a:r>
            <a:r>
              <a:rPr lang="en-US" sz="1200" dirty="0">
                <a:solidFill>
                  <a:srgbClr val="000000"/>
                </a:solidFill>
              </a:rPr>
              <a:t>i</a:t>
            </a:r>
            <a:r>
              <a:rPr lang="en-US" sz="1600" dirty="0">
                <a:solidFill>
                  <a:srgbClr val="000000"/>
                </a:solidFill>
              </a:rPr>
              <a:t>, </a:t>
            </a:r>
            <a:r>
              <a:rPr lang="en-US" sz="1600" dirty="0" err="1">
                <a:solidFill>
                  <a:srgbClr val="000000"/>
                </a:solidFill>
              </a:rPr>
              <a:t>ottenendo</a:t>
            </a:r>
            <a:r>
              <a:rPr lang="en-US" sz="1600" dirty="0">
                <a:solidFill>
                  <a:srgbClr val="000000"/>
                </a:solidFill>
              </a:rPr>
              <a:t> un </a:t>
            </a:r>
            <a:r>
              <a:rPr lang="en-US" sz="1600" dirty="0" err="1">
                <a:solidFill>
                  <a:srgbClr val="000000"/>
                </a:solidFill>
              </a:rPr>
              <a:t>grafo</a:t>
            </a:r>
            <a:r>
              <a:rPr lang="en-US" sz="1600" dirty="0">
                <a:solidFill>
                  <a:srgbClr val="000000"/>
                </a:solidFill>
              </a:rPr>
              <a:t> H da </a:t>
            </a:r>
            <a:r>
              <a:rPr lang="en-US" sz="1600" dirty="0" err="1">
                <a:solidFill>
                  <a:srgbClr val="000000"/>
                </a:solidFill>
              </a:rPr>
              <a:t>mandare</a:t>
            </a:r>
            <a:r>
              <a:rPr lang="en-US" sz="1600" dirty="0">
                <a:solidFill>
                  <a:srgbClr val="000000"/>
                </a:solidFill>
              </a:rPr>
              <a:t> al Prover</a:t>
            </a:r>
            <a:endParaRPr kumimoji="0" lang="en-US" sz="1600" b="0" i="0" u="none" strike="noStrike" cap="none" normalizeH="0" baseline="0" dirty="0">
              <a:ln>
                <a:noFill/>
              </a:ln>
              <a:solidFill>
                <a:srgbClr val="000000"/>
              </a:solidFill>
              <a:effectLst/>
              <a:latin typeface="Arial" panose="020B0604020202020204" pitchFamily="34" charset="0"/>
              <a:ea typeface="ＭＳ Ｐゴシック" panose="020B0600070205080204" pitchFamily="34" charset="-128"/>
            </a:endParaRPr>
          </a:p>
        </p:txBody>
      </p:sp>
      <p:sp>
        <p:nvSpPr>
          <p:cNvPr id="3" name="Rettangolo con angoli arrotondati 2">
            <a:extLst>
              <a:ext uri="{FF2B5EF4-FFF2-40B4-BE49-F238E27FC236}">
                <a16:creationId xmlns:a16="http://schemas.microsoft.com/office/drawing/2014/main" id="{DDD544BD-9E03-3810-FD90-FB01B3FADB77}"/>
              </a:ext>
            </a:extLst>
          </p:cNvPr>
          <p:cNvSpPr/>
          <p:nvPr/>
        </p:nvSpPr>
        <p:spPr bwMode="auto">
          <a:xfrm>
            <a:off x="1077233" y="3354011"/>
            <a:ext cx="3028283" cy="1376128"/>
          </a:xfrm>
          <a:prstGeom prst="roundRect">
            <a:avLst/>
          </a:prstGeom>
          <a:solidFill>
            <a:schemeClr val="tx2">
              <a:lumMod val="20000"/>
              <a:lumOff val="80000"/>
            </a:schemeClr>
          </a:solidFill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it-IT" sz="1600" dirty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rPr>
              <a:t>Elabora quale tra i due grafi G</a:t>
            </a:r>
            <a:r>
              <a:rPr lang="it-IT" sz="1200" dirty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rPr>
              <a:t>1 </a:t>
            </a:r>
            <a:r>
              <a:rPr lang="it-IT" sz="1600" dirty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rPr>
              <a:t>e G</a:t>
            </a:r>
            <a:r>
              <a:rPr lang="it-IT" sz="1200" dirty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rPr>
              <a:t>2</a:t>
            </a:r>
            <a:r>
              <a:rPr lang="it-IT" sz="1600" dirty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rPr>
              <a:t> è stato usato per produrre H e, denominando </a:t>
            </a:r>
            <a:r>
              <a:rPr lang="it-IT" sz="1600" dirty="0" err="1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rPr>
              <a:t>G</a:t>
            </a:r>
            <a:r>
              <a:rPr lang="it-IT" sz="1200" dirty="0" err="1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rPr>
              <a:t>j</a:t>
            </a:r>
            <a:r>
              <a:rPr lang="it-IT" sz="1200" dirty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rPr>
              <a:t> </a:t>
            </a:r>
            <a:r>
              <a:rPr lang="it-IT" sz="1600" dirty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rPr>
              <a:t>tale grafo, invia l’indice j come risposta </a:t>
            </a:r>
            <a:endParaRPr kumimoji="0" lang="en-US" sz="1600" b="0" i="0" u="none" strike="noStrike" cap="none" normalizeH="0" baseline="0" dirty="0">
              <a:ln>
                <a:noFill/>
              </a:ln>
              <a:solidFill>
                <a:srgbClr val="000000"/>
              </a:solidFill>
              <a:effectLst/>
              <a:latin typeface="Arial" panose="020B0604020202020204" pitchFamily="34" charset="0"/>
              <a:ea typeface="ＭＳ Ｐゴシック" panose="020B0600070205080204" pitchFamily="34" charset="-128"/>
            </a:endParaRPr>
          </a:p>
        </p:txBody>
      </p:sp>
      <p:cxnSp>
        <p:nvCxnSpPr>
          <p:cNvPr id="5" name="Connettore diritto 4">
            <a:extLst>
              <a:ext uri="{FF2B5EF4-FFF2-40B4-BE49-F238E27FC236}">
                <a16:creationId xmlns:a16="http://schemas.microsoft.com/office/drawing/2014/main" id="{A9D5FBD7-DDD1-5D08-1920-A580DD9C7CF9}"/>
              </a:ext>
            </a:extLst>
          </p:cNvPr>
          <p:cNvCxnSpPr/>
          <p:nvPr/>
        </p:nvCxnSpPr>
        <p:spPr bwMode="auto">
          <a:xfrm>
            <a:off x="4572000" y="1268963"/>
            <a:ext cx="0" cy="4379135"/>
          </a:xfrm>
          <a:prstGeom prst="line">
            <a:avLst/>
          </a:prstGeom>
          <a:noFill/>
          <a:ln w="19050" cap="flat" cmpd="sng" algn="ctr">
            <a:solidFill>
              <a:schemeClr val="tx1"/>
            </a:solidFill>
            <a:prstDash val="dashDot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</p:cxnSp>
    </p:spTree>
    <p:extLst>
      <p:ext uri="{BB962C8B-B14F-4D97-AF65-F5344CB8AC3E}">
        <p14:creationId xmlns:p14="http://schemas.microsoft.com/office/powerpoint/2010/main" val="4213209122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spd="med">
        <p159:morph option="byObject"/>
      </p:transition>
    </mc:Choice>
    <mc:Fallback>
      <p:transition spd="med"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Segnaposto piè di pagina 4">
            <a:extLst>
              <a:ext uri="{FF2B5EF4-FFF2-40B4-BE49-F238E27FC236}">
                <a16:creationId xmlns:a16="http://schemas.microsoft.com/office/drawing/2014/main" id="{713867C7-99F0-42C1-BDF1-1330231C60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295400" y="6219825"/>
            <a:ext cx="2895600" cy="457200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rgbClr val="822433"/>
              </a:buClr>
              <a:buChar char="•"/>
              <a:defRPr sz="24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16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14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12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r>
              <a:rPr lang="it-IT" altLang="it-IT" sz="1100" dirty="0" err="1">
                <a:solidFill>
                  <a:schemeClr val="bg1"/>
                </a:solidFill>
              </a:rPr>
              <a:t>Integrating</a:t>
            </a:r>
            <a:r>
              <a:rPr lang="it-IT" altLang="it-IT" sz="1100" dirty="0">
                <a:solidFill>
                  <a:schemeClr val="bg1"/>
                </a:solidFill>
              </a:rPr>
              <a:t> Zero-Knowledge in SCAPI</a:t>
            </a:r>
          </a:p>
        </p:txBody>
      </p:sp>
      <p:sp>
        <p:nvSpPr>
          <p:cNvPr id="6" name="Segnaposto data 3">
            <a:extLst>
              <a:ext uri="{FF2B5EF4-FFF2-40B4-BE49-F238E27FC236}">
                <a16:creationId xmlns:a16="http://schemas.microsoft.com/office/drawing/2014/main" id="{55BEB4CF-D7F4-07C6-F774-7F44CFB6B3E3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343400" y="6146800"/>
            <a:ext cx="1905000" cy="457200"/>
          </a:xfrm>
        </p:spPr>
        <p:txBody>
          <a:bodyPr/>
          <a:lstStyle/>
          <a:p>
            <a:r>
              <a:rPr lang="it-IT" altLang="it-IT" dirty="0">
                <a:solidFill>
                  <a:schemeClr val="bg1"/>
                </a:solidFill>
              </a:rPr>
              <a:t>11/12/2023</a:t>
            </a:r>
          </a:p>
          <a:p>
            <a:endParaRPr lang="it-IT" altLang="it-IT" dirty="0"/>
          </a:p>
        </p:txBody>
      </p:sp>
      <p:sp>
        <p:nvSpPr>
          <p:cNvPr id="21" name="Rettangolo 20">
            <a:extLst>
              <a:ext uri="{FF2B5EF4-FFF2-40B4-BE49-F238E27FC236}">
                <a16:creationId xmlns:a16="http://schemas.microsoft.com/office/drawing/2014/main" id="{D0BA5FCB-10D6-0CD3-0772-A1B020E3967E}"/>
              </a:ext>
            </a:extLst>
          </p:cNvPr>
          <p:cNvSpPr/>
          <p:nvPr/>
        </p:nvSpPr>
        <p:spPr bwMode="auto">
          <a:xfrm>
            <a:off x="0" y="620688"/>
            <a:ext cx="3960440" cy="246224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it-IT" sz="900" b="0" i="0" u="none" strike="noStrike" cap="none" normalizeH="0" baseline="0">
              <a:ln>
                <a:noFill/>
              </a:ln>
              <a:solidFill>
                <a:schemeClr val="bg1"/>
              </a:solidFill>
              <a:effectLst/>
              <a:latin typeface="Arial" panose="020B0604020202020204" pitchFamily="34" charset="0"/>
              <a:ea typeface="ＭＳ Ｐゴシック" panose="020B0600070205080204" pitchFamily="34" charset="-128"/>
            </a:endParaRPr>
          </a:p>
        </p:txBody>
      </p:sp>
      <p:sp>
        <p:nvSpPr>
          <p:cNvPr id="2" name="Segnaposto numero diapositiva 5">
            <a:extLst>
              <a:ext uri="{FF2B5EF4-FFF2-40B4-BE49-F238E27FC236}">
                <a16:creationId xmlns:a16="http://schemas.microsoft.com/office/drawing/2014/main" id="{23CDD47C-4CEB-8639-F2E7-D6D2F85D31A7}"/>
              </a:ext>
            </a:extLst>
          </p:cNvPr>
          <p:cNvSpPr txBox="1">
            <a:spLocks/>
          </p:cNvSpPr>
          <p:nvPr/>
        </p:nvSpPr>
        <p:spPr bwMode="auto">
          <a:xfrm>
            <a:off x="6548472" y="6146800"/>
            <a:ext cx="19050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defPPr>
              <a:defRPr lang="it-IT"/>
            </a:defPPr>
            <a:lvl1pPr algn="r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22433"/>
              </a:buClr>
              <a:buChar char="•"/>
              <a:defRPr sz="2400" kern="12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 kern="12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1600" kern="12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1400" kern="12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 kern="12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defRPr>
            </a:lvl5pPr>
            <a:lvl6pPr marL="2514600" indent="-228600" algn="l" defTabSz="914400" rtl="0" eaLnBrk="0" fontAlgn="base" latinLnBrk="0" hangingPunct="0">
              <a:spcBef>
                <a:spcPct val="20000"/>
              </a:spcBef>
              <a:spcAft>
                <a:spcPct val="0"/>
              </a:spcAft>
              <a:buChar char="»"/>
              <a:defRPr sz="1200" kern="12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defRPr>
            </a:lvl6pPr>
            <a:lvl7pPr marL="2971800" indent="-228600" algn="l" defTabSz="914400" rtl="0" eaLnBrk="0" fontAlgn="base" latinLnBrk="0" hangingPunct="0">
              <a:spcBef>
                <a:spcPct val="20000"/>
              </a:spcBef>
              <a:spcAft>
                <a:spcPct val="0"/>
              </a:spcAft>
              <a:buChar char="»"/>
              <a:defRPr sz="1200" kern="12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defRPr>
            </a:lvl7pPr>
            <a:lvl8pPr marL="3429000" indent="-228600" algn="l" defTabSz="914400" rtl="0" eaLnBrk="0" fontAlgn="base" latinLnBrk="0" hangingPunct="0">
              <a:spcBef>
                <a:spcPct val="20000"/>
              </a:spcBef>
              <a:spcAft>
                <a:spcPct val="0"/>
              </a:spcAft>
              <a:buChar char="»"/>
              <a:defRPr sz="1200" kern="12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defRPr>
            </a:lvl8pPr>
            <a:lvl9pPr marL="3886200" indent="-228600" algn="l" defTabSz="914400" rtl="0" eaLnBrk="0" fontAlgn="base" latinLnBrk="0" hangingPunct="0">
              <a:spcBef>
                <a:spcPct val="20000"/>
              </a:spcBef>
              <a:spcAft>
                <a:spcPct val="0"/>
              </a:spcAft>
              <a:buChar char="»"/>
              <a:defRPr sz="1200" kern="12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r>
              <a:rPr lang="it-IT" altLang="it-IT" sz="1100" dirty="0">
                <a:solidFill>
                  <a:schemeClr val="bg1"/>
                </a:solidFill>
              </a:rPr>
              <a:t>Pagina 3</a:t>
            </a:r>
          </a:p>
        </p:txBody>
      </p:sp>
      <p:sp>
        <p:nvSpPr>
          <p:cNvPr id="4" name="Rectangle 2">
            <a:extLst>
              <a:ext uri="{FF2B5EF4-FFF2-40B4-BE49-F238E27FC236}">
                <a16:creationId xmlns:a16="http://schemas.microsoft.com/office/drawing/2014/main" id="{08C22CE2-C3D6-2049-0DF7-E203F0E1DD6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0" y="368275"/>
            <a:ext cx="9144000" cy="5048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2400" b="1" kern="1200">
                <a:solidFill>
                  <a:srgbClr val="822433"/>
                </a:solidFill>
                <a:latin typeface="+mj-lt"/>
                <a:ea typeface="+mj-ea"/>
                <a:cs typeface="+mj-cs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822433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822433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822433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822433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822433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822433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822433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822433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marL="0" indent="0" algn="ctr">
              <a:buNone/>
            </a:pPr>
            <a:r>
              <a:rPr lang="it-IT" dirty="0"/>
              <a:t>Non Isomorfismo tra grafi</a:t>
            </a:r>
            <a:r>
              <a:rPr lang="en-US" dirty="0"/>
              <a:t> con private-coin  </a:t>
            </a:r>
            <a:endParaRPr lang="it-IT" dirty="0"/>
          </a:p>
        </p:txBody>
      </p:sp>
      <p:sp>
        <p:nvSpPr>
          <p:cNvPr id="10" name="CasellaDiTesto 9">
            <a:extLst>
              <a:ext uri="{FF2B5EF4-FFF2-40B4-BE49-F238E27FC236}">
                <a16:creationId xmlns:a16="http://schemas.microsoft.com/office/drawing/2014/main" id="{C1028F98-91AE-A38E-A3A3-40B177A6D00E}"/>
              </a:ext>
            </a:extLst>
          </p:cNvPr>
          <p:cNvSpPr txBox="1"/>
          <p:nvPr/>
        </p:nvSpPr>
        <p:spPr bwMode="auto">
          <a:xfrm>
            <a:off x="1980220" y="1377853"/>
            <a:ext cx="1222310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0" indent="0" algn="ctr">
              <a:buNone/>
            </a:pPr>
            <a:r>
              <a:rPr lang="it-IT" sz="2000" dirty="0" err="1">
                <a:solidFill>
                  <a:srgbClr val="000000"/>
                </a:solidFill>
              </a:rPr>
              <a:t>Prover</a:t>
            </a:r>
            <a:endParaRPr lang="en-US" sz="2000" dirty="0">
              <a:solidFill>
                <a:srgbClr val="000000"/>
              </a:solidFill>
            </a:endParaRPr>
          </a:p>
        </p:txBody>
      </p:sp>
      <p:sp>
        <p:nvSpPr>
          <p:cNvPr id="11" name="CasellaDiTesto 10">
            <a:extLst>
              <a:ext uri="{FF2B5EF4-FFF2-40B4-BE49-F238E27FC236}">
                <a16:creationId xmlns:a16="http://schemas.microsoft.com/office/drawing/2014/main" id="{52596FF8-C66B-FA22-13FE-49E5B622585A}"/>
              </a:ext>
            </a:extLst>
          </p:cNvPr>
          <p:cNvSpPr txBox="1"/>
          <p:nvPr/>
        </p:nvSpPr>
        <p:spPr bwMode="auto">
          <a:xfrm>
            <a:off x="5937317" y="1377853"/>
            <a:ext cx="1222310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0" indent="0" algn="ctr">
              <a:buNone/>
            </a:pPr>
            <a:r>
              <a:rPr lang="it-IT" sz="2000" dirty="0" err="1">
                <a:solidFill>
                  <a:srgbClr val="000000"/>
                </a:solidFill>
              </a:rPr>
              <a:t>Verifier</a:t>
            </a:r>
            <a:endParaRPr lang="en-US" sz="2000" dirty="0">
              <a:solidFill>
                <a:srgbClr val="000000"/>
              </a:solidFill>
            </a:endParaRPr>
          </a:p>
        </p:txBody>
      </p:sp>
      <p:sp>
        <p:nvSpPr>
          <p:cNvPr id="13" name="Rettangolo con angoli arrotondati 12">
            <a:extLst>
              <a:ext uri="{FF2B5EF4-FFF2-40B4-BE49-F238E27FC236}">
                <a16:creationId xmlns:a16="http://schemas.microsoft.com/office/drawing/2014/main" id="{669EFC27-DB1F-ADEA-E854-ED3B544C3CB9}"/>
              </a:ext>
            </a:extLst>
          </p:cNvPr>
          <p:cNvSpPr/>
          <p:nvPr/>
        </p:nvSpPr>
        <p:spPr bwMode="auto">
          <a:xfrm>
            <a:off x="5061358" y="1945570"/>
            <a:ext cx="3028283" cy="1376128"/>
          </a:xfrm>
          <a:prstGeom prst="roundRect">
            <a:avLst/>
          </a:prstGeom>
          <a:solidFill>
            <a:schemeClr val="tx2">
              <a:lumMod val="20000"/>
              <a:lumOff val="80000"/>
            </a:schemeClr>
          </a:solidFill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it-IT" sz="1600" dirty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rPr>
              <a:t>Sceglie </a:t>
            </a:r>
            <a:r>
              <a:rPr lang="en-US" sz="1600" dirty="0" err="1">
                <a:solidFill>
                  <a:srgbClr val="000000"/>
                </a:solidFill>
              </a:rPr>
              <a:t>i</a:t>
            </a:r>
            <a:r>
              <a:rPr lang="en-US" sz="1600" dirty="0">
                <a:solidFill>
                  <a:srgbClr val="000000"/>
                </a:solidFill>
              </a:rPr>
              <a:t> ∈ {1, 2} </a:t>
            </a:r>
            <a:r>
              <a:rPr lang="en-US" sz="1600" dirty="0" err="1">
                <a:solidFill>
                  <a:srgbClr val="000000"/>
                </a:solidFill>
              </a:rPr>
              <a:t>tramite</a:t>
            </a:r>
            <a:r>
              <a:rPr lang="en-US" sz="1600" dirty="0">
                <a:solidFill>
                  <a:srgbClr val="000000"/>
                </a:solidFill>
              </a:rPr>
              <a:t> </a:t>
            </a:r>
            <a:r>
              <a:rPr lang="en-US" sz="1600" dirty="0" err="1">
                <a:solidFill>
                  <a:srgbClr val="000000"/>
                </a:solidFill>
              </a:rPr>
              <a:t>lancio</a:t>
            </a:r>
            <a:r>
              <a:rPr lang="en-US" sz="1600" dirty="0">
                <a:solidFill>
                  <a:srgbClr val="000000"/>
                </a:solidFill>
              </a:rPr>
              <a:t> di </a:t>
            </a:r>
            <a:r>
              <a:rPr lang="en-US" sz="1600" dirty="0" err="1">
                <a:solidFill>
                  <a:srgbClr val="000000"/>
                </a:solidFill>
              </a:rPr>
              <a:t>monete</a:t>
            </a:r>
            <a:r>
              <a:rPr lang="en-US" sz="1600" dirty="0">
                <a:solidFill>
                  <a:srgbClr val="000000"/>
                </a:solidFill>
              </a:rPr>
              <a:t> </a:t>
            </a:r>
            <a:r>
              <a:rPr lang="en-US" sz="1600" dirty="0" err="1">
                <a:solidFill>
                  <a:srgbClr val="000000"/>
                </a:solidFill>
              </a:rPr>
              <a:t>vituali</a:t>
            </a:r>
            <a:r>
              <a:rPr lang="en-US" sz="1600" dirty="0">
                <a:solidFill>
                  <a:srgbClr val="000000"/>
                </a:solidFill>
              </a:rPr>
              <a:t> e </a:t>
            </a:r>
            <a:r>
              <a:rPr lang="en-US" sz="1600" dirty="0" err="1">
                <a:solidFill>
                  <a:srgbClr val="000000"/>
                </a:solidFill>
              </a:rPr>
              <a:t>permuta</a:t>
            </a:r>
            <a:r>
              <a:rPr lang="en-US" sz="1600" dirty="0">
                <a:solidFill>
                  <a:srgbClr val="000000"/>
                </a:solidFill>
              </a:rPr>
              <a:t> </a:t>
            </a:r>
            <a:r>
              <a:rPr lang="en-US" sz="1600" dirty="0" err="1">
                <a:solidFill>
                  <a:srgbClr val="000000"/>
                </a:solidFill>
              </a:rPr>
              <a:t>randomicamente</a:t>
            </a:r>
            <a:r>
              <a:rPr lang="en-US" sz="1600" dirty="0">
                <a:solidFill>
                  <a:srgbClr val="000000"/>
                </a:solidFill>
              </a:rPr>
              <a:t> </a:t>
            </a:r>
            <a:r>
              <a:rPr lang="en-US" sz="1600" dirty="0" err="1">
                <a:solidFill>
                  <a:srgbClr val="000000"/>
                </a:solidFill>
              </a:rPr>
              <a:t>i</a:t>
            </a:r>
            <a:r>
              <a:rPr lang="en-US" sz="1600" dirty="0">
                <a:solidFill>
                  <a:srgbClr val="000000"/>
                </a:solidFill>
              </a:rPr>
              <a:t> nodi di G</a:t>
            </a:r>
            <a:r>
              <a:rPr lang="en-US" sz="1200" dirty="0">
                <a:solidFill>
                  <a:srgbClr val="000000"/>
                </a:solidFill>
              </a:rPr>
              <a:t>i</a:t>
            </a:r>
            <a:r>
              <a:rPr lang="en-US" sz="1600" dirty="0">
                <a:solidFill>
                  <a:srgbClr val="000000"/>
                </a:solidFill>
              </a:rPr>
              <a:t>, </a:t>
            </a:r>
            <a:r>
              <a:rPr lang="en-US" sz="1600" dirty="0" err="1">
                <a:solidFill>
                  <a:srgbClr val="000000"/>
                </a:solidFill>
              </a:rPr>
              <a:t>ottenendo</a:t>
            </a:r>
            <a:r>
              <a:rPr lang="en-US" sz="1600" dirty="0">
                <a:solidFill>
                  <a:srgbClr val="000000"/>
                </a:solidFill>
              </a:rPr>
              <a:t> un </a:t>
            </a:r>
            <a:r>
              <a:rPr lang="en-US" sz="1600" dirty="0" err="1">
                <a:solidFill>
                  <a:srgbClr val="000000"/>
                </a:solidFill>
              </a:rPr>
              <a:t>grafo</a:t>
            </a:r>
            <a:r>
              <a:rPr lang="en-US" sz="1600" dirty="0">
                <a:solidFill>
                  <a:srgbClr val="000000"/>
                </a:solidFill>
              </a:rPr>
              <a:t> H da </a:t>
            </a:r>
            <a:r>
              <a:rPr lang="en-US" sz="1600" dirty="0" err="1">
                <a:solidFill>
                  <a:srgbClr val="000000"/>
                </a:solidFill>
              </a:rPr>
              <a:t>mandare</a:t>
            </a:r>
            <a:r>
              <a:rPr lang="en-US" sz="1600" dirty="0">
                <a:solidFill>
                  <a:srgbClr val="000000"/>
                </a:solidFill>
              </a:rPr>
              <a:t> al Prover</a:t>
            </a:r>
            <a:endParaRPr kumimoji="0" lang="en-US" sz="1600" b="0" i="0" u="none" strike="noStrike" cap="none" normalizeH="0" baseline="0" dirty="0">
              <a:ln>
                <a:noFill/>
              </a:ln>
              <a:solidFill>
                <a:srgbClr val="000000"/>
              </a:solidFill>
              <a:effectLst/>
              <a:latin typeface="Arial" panose="020B0604020202020204" pitchFamily="34" charset="0"/>
              <a:ea typeface="ＭＳ Ｐゴシック" panose="020B0600070205080204" pitchFamily="34" charset="-128"/>
            </a:endParaRPr>
          </a:p>
        </p:txBody>
      </p:sp>
      <p:sp>
        <p:nvSpPr>
          <p:cNvPr id="3" name="Rettangolo con angoli arrotondati 2">
            <a:extLst>
              <a:ext uri="{FF2B5EF4-FFF2-40B4-BE49-F238E27FC236}">
                <a16:creationId xmlns:a16="http://schemas.microsoft.com/office/drawing/2014/main" id="{DDD544BD-9E03-3810-FD90-FB01B3FADB77}"/>
              </a:ext>
            </a:extLst>
          </p:cNvPr>
          <p:cNvSpPr/>
          <p:nvPr/>
        </p:nvSpPr>
        <p:spPr bwMode="auto">
          <a:xfrm>
            <a:off x="1077233" y="3354011"/>
            <a:ext cx="3028283" cy="1376128"/>
          </a:xfrm>
          <a:prstGeom prst="roundRect">
            <a:avLst/>
          </a:prstGeom>
          <a:solidFill>
            <a:schemeClr val="tx2">
              <a:lumMod val="20000"/>
              <a:lumOff val="80000"/>
            </a:schemeClr>
          </a:solidFill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it-IT" sz="1600" dirty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rPr>
              <a:t>Elabora quale tra i due grafi G</a:t>
            </a:r>
            <a:r>
              <a:rPr lang="it-IT" sz="1200" dirty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rPr>
              <a:t>1 </a:t>
            </a:r>
            <a:r>
              <a:rPr lang="it-IT" sz="1600" dirty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rPr>
              <a:t>e G</a:t>
            </a:r>
            <a:r>
              <a:rPr lang="it-IT" sz="1200" dirty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rPr>
              <a:t>2</a:t>
            </a:r>
            <a:r>
              <a:rPr lang="it-IT" sz="1600" dirty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rPr>
              <a:t> è stato usato per produrre H e, denominando </a:t>
            </a:r>
            <a:r>
              <a:rPr lang="it-IT" sz="1600" dirty="0" err="1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rPr>
              <a:t>G</a:t>
            </a:r>
            <a:r>
              <a:rPr lang="it-IT" sz="1200" dirty="0" err="1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rPr>
              <a:t>j</a:t>
            </a:r>
            <a:r>
              <a:rPr lang="it-IT" sz="1200" dirty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rPr>
              <a:t> </a:t>
            </a:r>
            <a:r>
              <a:rPr lang="it-IT" sz="1600" dirty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rPr>
              <a:t>tale grafo, invia l’indice j come risposta </a:t>
            </a:r>
            <a:endParaRPr kumimoji="0" lang="en-US" sz="1600" b="0" i="0" u="none" strike="noStrike" cap="none" normalizeH="0" baseline="0" dirty="0">
              <a:ln>
                <a:noFill/>
              </a:ln>
              <a:solidFill>
                <a:srgbClr val="000000"/>
              </a:solidFill>
              <a:effectLst/>
              <a:latin typeface="Arial" panose="020B0604020202020204" pitchFamily="34" charset="0"/>
              <a:ea typeface="ＭＳ Ｐゴシック" panose="020B0600070205080204" pitchFamily="34" charset="-128"/>
            </a:endParaRPr>
          </a:p>
        </p:txBody>
      </p:sp>
      <p:sp>
        <p:nvSpPr>
          <p:cNvPr id="5" name="Rettangolo con angoli arrotondati 4">
            <a:extLst>
              <a:ext uri="{FF2B5EF4-FFF2-40B4-BE49-F238E27FC236}">
                <a16:creationId xmlns:a16="http://schemas.microsoft.com/office/drawing/2014/main" id="{91FC312D-35A4-6AA3-AFEE-3794CAD33450}"/>
              </a:ext>
            </a:extLst>
          </p:cNvPr>
          <p:cNvSpPr/>
          <p:nvPr/>
        </p:nvSpPr>
        <p:spPr bwMode="auto">
          <a:xfrm>
            <a:off x="5061358" y="4898090"/>
            <a:ext cx="3028283" cy="750008"/>
          </a:xfrm>
          <a:prstGeom prst="roundRect">
            <a:avLst/>
          </a:prstGeom>
          <a:solidFill>
            <a:schemeClr val="tx2">
              <a:lumMod val="20000"/>
              <a:lumOff val="80000"/>
            </a:schemeClr>
          </a:solidFill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it-IT" sz="1600" dirty="0">
                <a:solidFill>
                  <a:srgbClr val="000000"/>
                </a:solidFill>
              </a:rPr>
              <a:t>Accetta se e solo se i = j, altrimenti rifiuta</a:t>
            </a:r>
            <a:endParaRPr kumimoji="0" lang="en-US" sz="1600" b="0" i="0" u="none" strike="noStrike" cap="none" normalizeH="0" baseline="0" dirty="0">
              <a:ln>
                <a:noFill/>
              </a:ln>
              <a:solidFill>
                <a:srgbClr val="000000"/>
              </a:solidFill>
              <a:effectLst/>
              <a:latin typeface="Arial" panose="020B0604020202020204" pitchFamily="34" charset="0"/>
              <a:ea typeface="ＭＳ Ｐゴシック" panose="020B0600070205080204" pitchFamily="34" charset="-128"/>
            </a:endParaRPr>
          </a:p>
        </p:txBody>
      </p:sp>
      <p:cxnSp>
        <p:nvCxnSpPr>
          <p:cNvPr id="8" name="Connettore diritto 7">
            <a:extLst>
              <a:ext uri="{FF2B5EF4-FFF2-40B4-BE49-F238E27FC236}">
                <a16:creationId xmlns:a16="http://schemas.microsoft.com/office/drawing/2014/main" id="{7E439A7A-67BC-C4A8-AF02-A8739557F58B}"/>
              </a:ext>
            </a:extLst>
          </p:cNvPr>
          <p:cNvCxnSpPr/>
          <p:nvPr/>
        </p:nvCxnSpPr>
        <p:spPr bwMode="auto">
          <a:xfrm>
            <a:off x="4572000" y="1268963"/>
            <a:ext cx="0" cy="4379135"/>
          </a:xfrm>
          <a:prstGeom prst="line">
            <a:avLst/>
          </a:prstGeom>
          <a:noFill/>
          <a:ln w="19050" cap="flat" cmpd="sng" algn="ctr">
            <a:solidFill>
              <a:schemeClr val="tx1"/>
            </a:solidFill>
            <a:prstDash val="dashDot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</p:cxnSp>
    </p:spTree>
    <p:extLst>
      <p:ext uri="{BB962C8B-B14F-4D97-AF65-F5344CB8AC3E}">
        <p14:creationId xmlns:p14="http://schemas.microsoft.com/office/powerpoint/2010/main" val="601223691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spd="med">
        <p159:morph option="byObject"/>
      </p:transition>
    </mc:Choice>
    <mc:Fallback>
      <p:transition spd="med">
        <p:fade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Segnaposto piè di pagina 4">
            <a:extLst>
              <a:ext uri="{FF2B5EF4-FFF2-40B4-BE49-F238E27FC236}">
                <a16:creationId xmlns:a16="http://schemas.microsoft.com/office/drawing/2014/main" id="{713867C7-99F0-42C1-BDF1-1330231C60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295400" y="6219825"/>
            <a:ext cx="2895600" cy="457200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rgbClr val="822433"/>
              </a:buClr>
              <a:buChar char="•"/>
              <a:defRPr sz="24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16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14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12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r>
              <a:rPr lang="it-IT" altLang="it-IT" sz="1100" dirty="0" err="1">
                <a:solidFill>
                  <a:schemeClr val="bg1"/>
                </a:solidFill>
              </a:rPr>
              <a:t>Integrating</a:t>
            </a:r>
            <a:r>
              <a:rPr lang="it-IT" altLang="it-IT" sz="1100" dirty="0">
                <a:solidFill>
                  <a:schemeClr val="bg1"/>
                </a:solidFill>
              </a:rPr>
              <a:t> Zero-Knowledge in SCAPI</a:t>
            </a:r>
          </a:p>
        </p:txBody>
      </p:sp>
      <p:sp>
        <p:nvSpPr>
          <p:cNvPr id="6" name="Segnaposto data 3">
            <a:extLst>
              <a:ext uri="{FF2B5EF4-FFF2-40B4-BE49-F238E27FC236}">
                <a16:creationId xmlns:a16="http://schemas.microsoft.com/office/drawing/2014/main" id="{55BEB4CF-D7F4-07C6-F774-7F44CFB6B3E3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343400" y="6146800"/>
            <a:ext cx="1905000" cy="457200"/>
          </a:xfrm>
        </p:spPr>
        <p:txBody>
          <a:bodyPr/>
          <a:lstStyle/>
          <a:p>
            <a:r>
              <a:rPr lang="it-IT" altLang="it-IT" dirty="0">
                <a:solidFill>
                  <a:schemeClr val="bg1"/>
                </a:solidFill>
              </a:rPr>
              <a:t>11/12/2023</a:t>
            </a:r>
          </a:p>
          <a:p>
            <a:endParaRPr lang="it-IT" altLang="it-IT" dirty="0"/>
          </a:p>
        </p:txBody>
      </p:sp>
      <p:sp>
        <p:nvSpPr>
          <p:cNvPr id="21" name="Rettangolo 20">
            <a:extLst>
              <a:ext uri="{FF2B5EF4-FFF2-40B4-BE49-F238E27FC236}">
                <a16:creationId xmlns:a16="http://schemas.microsoft.com/office/drawing/2014/main" id="{D0BA5FCB-10D6-0CD3-0772-A1B020E3967E}"/>
              </a:ext>
            </a:extLst>
          </p:cNvPr>
          <p:cNvSpPr/>
          <p:nvPr/>
        </p:nvSpPr>
        <p:spPr bwMode="auto">
          <a:xfrm>
            <a:off x="0" y="620688"/>
            <a:ext cx="3960440" cy="246224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it-IT" sz="900" b="0" i="0" u="none" strike="noStrike" cap="none" normalizeH="0" baseline="0">
              <a:ln>
                <a:noFill/>
              </a:ln>
              <a:solidFill>
                <a:schemeClr val="bg1"/>
              </a:solidFill>
              <a:effectLst/>
              <a:latin typeface="Arial" panose="020B0604020202020204" pitchFamily="34" charset="0"/>
              <a:ea typeface="ＭＳ Ｐゴシック" panose="020B0600070205080204" pitchFamily="34" charset="-128"/>
            </a:endParaRPr>
          </a:p>
        </p:txBody>
      </p:sp>
      <p:sp>
        <p:nvSpPr>
          <p:cNvPr id="2" name="Segnaposto numero diapositiva 5">
            <a:extLst>
              <a:ext uri="{FF2B5EF4-FFF2-40B4-BE49-F238E27FC236}">
                <a16:creationId xmlns:a16="http://schemas.microsoft.com/office/drawing/2014/main" id="{23CDD47C-4CEB-8639-F2E7-D6D2F85D31A7}"/>
              </a:ext>
            </a:extLst>
          </p:cNvPr>
          <p:cNvSpPr txBox="1">
            <a:spLocks/>
          </p:cNvSpPr>
          <p:nvPr/>
        </p:nvSpPr>
        <p:spPr bwMode="auto">
          <a:xfrm>
            <a:off x="6548472" y="6146800"/>
            <a:ext cx="19050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defPPr>
              <a:defRPr lang="it-IT"/>
            </a:defPPr>
            <a:lvl1pPr algn="r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22433"/>
              </a:buClr>
              <a:buChar char="•"/>
              <a:defRPr sz="2400" kern="12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 kern="12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1600" kern="12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1400" kern="12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 kern="12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defRPr>
            </a:lvl5pPr>
            <a:lvl6pPr marL="2514600" indent="-228600" algn="l" defTabSz="914400" rtl="0" eaLnBrk="0" fontAlgn="base" latinLnBrk="0" hangingPunct="0">
              <a:spcBef>
                <a:spcPct val="20000"/>
              </a:spcBef>
              <a:spcAft>
                <a:spcPct val="0"/>
              </a:spcAft>
              <a:buChar char="»"/>
              <a:defRPr sz="1200" kern="12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defRPr>
            </a:lvl6pPr>
            <a:lvl7pPr marL="2971800" indent="-228600" algn="l" defTabSz="914400" rtl="0" eaLnBrk="0" fontAlgn="base" latinLnBrk="0" hangingPunct="0">
              <a:spcBef>
                <a:spcPct val="20000"/>
              </a:spcBef>
              <a:spcAft>
                <a:spcPct val="0"/>
              </a:spcAft>
              <a:buChar char="»"/>
              <a:defRPr sz="1200" kern="12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defRPr>
            </a:lvl7pPr>
            <a:lvl8pPr marL="3429000" indent="-228600" algn="l" defTabSz="914400" rtl="0" eaLnBrk="0" fontAlgn="base" latinLnBrk="0" hangingPunct="0">
              <a:spcBef>
                <a:spcPct val="20000"/>
              </a:spcBef>
              <a:spcAft>
                <a:spcPct val="0"/>
              </a:spcAft>
              <a:buChar char="»"/>
              <a:defRPr sz="1200" kern="12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defRPr>
            </a:lvl8pPr>
            <a:lvl9pPr marL="3886200" indent="-228600" algn="l" defTabSz="914400" rtl="0" eaLnBrk="0" fontAlgn="base" latinLnBrk="0" hangingPunct="0">
              <a:spcBef>
                <a:spcPct val="20000"/>
              </a:spcBef>
              <a:spcAft>
                <a:spcPct val="0"/>
              </a:spcAft>
              <a:buChar char="»"/>
              <a:defRPr sz="1200" kern="12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r>
              <a:rPr lang="it-IT" altLang="it-IT" sz="1100" dirty="0">
                <a:solidFill>
                  <a:schemeClr val="bg1"/>
                </a:solidFill>
              </a:rPr>
              <a:t>Pagina 2</a:t>
            </a:r>
          </a:p>
        </p:txBody>
      </p:sp>
      <p:sp>
        <p:nvSpPr>
          <p:cNvPr id="4" name="Rectangle 2">
            <a:extLst>
              <a:ext uri="{FF2B5EF4-FFF2-40B4-BE49-F238E27FC236}">
                <a16:creationId xmlns:a16="http://schemas.microsoft.com/office/drawing/2014/main" id="{08C22CE2-C3D6-2049-0DF7-E203F0E1DD6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0" y="2830523"/>
            <a:ext cx="9144000" cy="5048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2400" b="1" kern="1200">
                <a:solidFill>
                  <a:srgbClr val="822433"/>
                </a:solidFill>
                <a:latin typeface="+mj-lt"/>
                <a:ea typeface="+mj-ea"/>
                <a:cs typeface="+mj-cs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822433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822433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822433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822433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822433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822433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822433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822433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algn="ctr" eaLnBrk="1" hangingPunct="1"/>
            <a:r>
              <a:rPr lang="it-IT" altLang="it-IT" dirty="0"/>
              <a:t>Zero-Knowledge</a:t>
            </a:r>
          </a:p>
        </p:txBody>
      </p:sp>
    </p:spTree>
    <p:extLst>
      <p:ext uri="{BB962C8B-B14F-4D97-AF65-F5344CB8AC3E}">
        <p14:creationId xmlns:p14="http://schemas.microsoft.com/office/powerpoint/2010/main" val="4082276568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spd="med">
        <p159:morph option="byObject"/>
      </p:transition>
    </mc:Choice>
    <mc:Fallback>
      <p:transition spd="med">
        <p:fade/>
      </p:transition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Segnaposto piè di pagina 4">
            <a:extLst>
              <a:ext uri="{FF2B5EF4-FFF2-40B4-BE49-F238E27FC236}">
                <a16:creationId xmlns:a16="http://schemas.microsoft.com/office/drawing/2014/main" id="{713867C7-99F0-42C1-BDF1-1330231C60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295400" y="6219825"/>
            <a:ext cx="2895600" cy="457200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rgbClr val="822433"/>
              </a:buClr>
              <a:buChar char="•"/>
              <a:defRPr sz="24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16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14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12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r>
              <a:rPr lang="it-IT" altLang="it-IT" sz="1100" dirty="0" err="1">
                <a:solidFill>
                  <a:schemeClr val="bg1"/>
                </a:solidFill>
              </a:rPr>
              <a:t>Integrating</a:t>
            </a:r>
            <a:r>
              <a:rPr lang="it-IT" altLang="it-IT" sz="1100" dirty="0">
                <a:solidFill>
                  <a:schemeClr val="bg1"/>
                </a:solidFill>
              </a:rPr>
              <a:t> Zero-Knowledge in SCAPI</a:t>
            </a:r>
          </a:p>
        </p:txBody>
      </p:sp>
      <p:sp>
        <p:nvSpPr>
          <p:cNvPr id="6" name="Segnaposto data 3">
            <a:extLst>
              <a:ext uri="{FF2B5EF4-FFF2-40B4-BE49-F238E27FC236}">
                <a16:creationId xmlns:a16="http://schemas.microsoft.com/office/drawing/2014/main" id="{55BEB4CF-D7F4-07C6-F774-7F44CFB6B3E3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343400" y="6146800"/>
            <a:ext cx="1905000" cy="457200"/>
          </a:xfrm>
        </p:spPr>
        <p:txBody>
          <a:bodyPr/>
          <a:lstStyle/>
          <a:p>
            <a:r>
              <a:rPr lang="it-IT" altLang="it-IT" dirty="0">
                <a:solidFill>
                  <a:schemeClr val="bg1"/>
                </a:solidFill>
              </a:rPr>
              <a:t>11/12/2023</a:t>
            </a:r>
          </a:p>
          <a:p>
            <a:endParaRPr lang="it-IT" altLang="it-IT" dirty="0"/>
          </a:p>
        </p:txBody>
      </p:sp>
      <p:sp>
        <p:nvSpPr>
          <p:cNvPr id="2" name="Segnaposto numero diapositiva 5">
            <a:extLst>
              <a:ext uri="{FF2B5EF4-FFF2-40B4-BE49-F238E27FC236}">
                <a16:creationId xmlns:a16="http://schemas.microsoft.com/office/drawing/2014/main" id="{23CDD47C-4CEB-8639-F2E7-D6D2F85D31A7}"/>
              </a:ext>
            </a:extLst>
          </p:cNvPr>
          <p:cNvSpPr txBox="1">
            <a:spLocks/>
          </p:cNvSpPr>
          <p:nvPr/>
        </p:nvSpPr>
        <p:spPr bwMode="auto">
          <a:xfrm>
            <a:off x="6548472" y="6146800"/>
            <a:ext cx="19050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defPPr>
              <a:defRPr lang="it-IT"/>
            </a:defPPr>
            <a:lvl1pPr algn="r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22433"/>
              </a:buClr>
              <a:buChar char="•"/>
              <a:defRPr sz="2400" kern="12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 kern="12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1600" kern="12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1400" kern="12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 kern="12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defRPr>
            </a:lvl5pPr>
            <a:lvl6pPr marL="2514600" indent="-228600" algn="l" defTabSz="914400" rtl="0" eaLnBrk="0" fontAlgn="base" latinLnBrk="0" hangingPunct="0">
              <a:spcBef>
                <a:spcPct val="20000"/>
              </a:spcBef>
              <a:spcAft>
                <a:spcPct val="0"/>
              </a:spcAft>
              <a:buChar char="»"/>
              <a:defRPr sz="1200" kern="12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defRPr>
            </a:lvl6pPr>
            <a:lvl7pPr marL="2971800" indent="-228600" algn="l" defTabSz="914400" rtl="0" eaLnBrk="0" fontAlgn="base" latinLnBrk="0" hangingPunct="0">
              <a:spcBef>
                <a:spcPct val="20000"/>
              </a:spcBef>
              <a:spcAft>
                <a:spcPct val="0"/>
              </a:spcAft>
              <a:buChar char="»"/>
              <a:defRPr sz="1200" kern="12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defRPr>
            </a:lvl7pPr>
            <a:lvl8pPr marL="3429000" indent="-228600" algn="l" defTabSz="914400" rtl="0" eaLnBrk="0" fontAlgn="base" latinLnBrk="0" hangingPunct="0">
              <a:spcBef>
                <a:spcPct val="20000"/>
              </a:spcBef>
              <a:spcAft>
                <a:spcPct val="0"/>
              </a:spcAft>
              <a:buChar char="»"/>
              <a:defRPr sz="1200" kern="12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defRPr>
            </a:lvl8pPr>
            <a:lvl9pPr marL="3886200" indent="-228600" algn="l" defTabSz="914400" rtl="0" eaLnBrk="0" fontAlgn="base" latinLnBrk="0" hangingPunct="0">
              <a:spcBef>
                <a:spcPct val="20000"/>
              </a:spcBef>
              <a:spcAft>
                <a:spcPct val="0"/>
              </a:spcAft>
              <a:buChar char="»"/>
              <a:defRPr sz="1200" kern="12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r>
              <a:rPr lang="it-IT" altLang="it-IT" sz="1100" dirty="0">
                <a:solidFill>
                  <a:schemeClr val="bg1"/>
                </a:solidFill>
              </a:rPr>
              <a:t>Pagina 4</a:t>
            </a:r>
          </a:p>
        </p:txBody>
      </p:sp>
      <p:sp>
        <p:nvSpPr>
          <p:cNvPr id="4" name="Rectangle 2">
            <a:extLst>
              <a:ext uri="{FF2B5EF4-FFF2-40B4-BE49-F238E27FC236}">
                <a16:creationId xmlns:a16="http://schemas.microsoft.com/office/drawing/2014/main" id="{08C22CE2-C3D6-2049-0DF7-E203F0E1DD6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0" y="368275"/>
            <a:ext cx="9144000" cy="5048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2400" b="1" kern="1200">
                <a:solidFill>
                  <a:srgbClr val="822433"/>
                </a:solidFill>
                <a:latin typeface="+mj-lt"/>
                <a:ea typeface="+mj-ea"/>
                <a:cs typeface="+mj-cs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822433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822433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822433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822433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822433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822433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822433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822433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algn="ctr" eaLnBrk="1" hangingPunct="1"/>
            <a:r>
              <a:rPr lang="it-IT" altLang="it-IT" dirty="0"/>
              <a:t>Zero-Knowledge</a:t>
            </a:r>
          </a:p>
        </p:txBody>
      </p:sp>
      <p:sp>
        <p:nvSpPr>
          <p:cNvPr id="12" name="CasellaDiTesto 11">
            <a:extLst>
              <a:ext uri="{FF2B5EF4-FFF2-40B4-BE49-F238E27FC236}">
                <a16:creationId xmlns:a16="http://schemas.microsoft.com/office/drawing/2014/main" id="{7F04C697-35BE-7767-1F03-ED4159BFCE69}"/>
              </a:ext>
            </a:extLst>
          </p:cNvPr>
          <p:cNvSpPr txBox="1"/>
          <p:nvPr/>
        </p:nvSpPr>
        <p:spPr bwMode="auto">
          <a:xfrm>
            <a:off x="1175657" y="1147665"/>
            <a:ext cx="7203233" cy="132343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0" indent="0" algn="just">
              <a:buNone/>
            </a:pPr>
            <a:r>
              <a:rPr lang="it-IT" sz="2000" dirty="0">
                <a:solidFill>
                  <a:srgbClr val="000000"/>
                </a:solidFill>
              </a:rPr>
              <a:t>L’obiettivo del </a:t>
            </a:r>
            <a:r>
              <a:rPr lang="it-IT" sz="2000" dirty="0" err="1">
                <a:solidFill>
                  <a:srgbClr val="000000"/>
                </a:solidFill>
              </a:rPr>
              <a:t>Prover</a:t>
            </a:r>
            <a:r>
              <a:rPr lang="it-IT" sz="2000" dirty="0">
                <a:solidFill>
                  <a:srgbClr val="000000"/>
                </a:solidFill>
              </a:rPr>
              <a:t> è quello di provare di essere a conoscenza di una certa informazione senza diffondere dettagli circa l’informazione stessa. Spesso si considera il caso in cui anche il Verificatore V possa essere malevolo.</a:t>
            </a:r>
            <a:endParaRPr lang="en-US" sz="2000" dirty="0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26004973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spd="med">
        <p159:morph option="byObject"/>
      </p:transition>
    </mc:Choice>
    <mc:Fallback>
      <p:transition spd="med">
        <p:fade/>
      </p:transition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Segnaposto piè di pagina 4">
            <a:extLst>
              <a:ext uri="{FF2B5EF4-FFF2-40B4-BE49-F238E27FC236}">
                <a16:creationId xmlns:a16="http://schemas.microsoft.com/office/drawing/2014/main" id="{713867C7-99F0-42C1-BDF1-1330231C60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295400" y="6219825"/>
            <a:ext cx="2895600" cy="457200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rgbClr val="822433"/>
              </a:buClr>
              <a:buChar char="•"/>
              <a:defRPr sz="24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16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14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12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r>
              <a:rPr lang="it-IT" altLang="it-IT" sz="1100" dirty="0" err="1">
                <a:solidFill>
                  <a:schemeClr val="bg1"/>
                </a:solidFill>
              </a:rPr>
              <a:t>Integrating</a:t>
            </a:r>
            <a:r>
              <a:rPr lang="it-IT" altLang="it-IT" sz="1100" dirty="0">
                <a:solidFill>
                  <a:schemeClr val="bg1"/>
                </a:solidFill>
              </a:rPr>
              <a:t> Zero-Knowledge in SCAPI</a:t>
            </a:r>
          </a:p>
        </p:txBody>
      </p:sp>
      <p:sp>
        <p:nvSpPr>
          <p:cNvPr id="6" name="Segnaposto data 3">
            <a:extLst>
              <a:ext uri="{FF2B5EF4-FFF2-40B4-BE49-F238E27FC236}">
                <a16:creationId xmlns:a16="http://schemas.microsoft.com/office/drawing/2014/main" id="{55BEB4CF-D7F4-07C6-F774-7F44CFB6B3E3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343400" y="6146800"/>
            <a:ext cx="1905000" cy="457200"/>
          </a:xfrm>
        </p:spPr>
        <p:txBody>
          <a:bodyPr/>
          <a:lstStyle/>
          <a:p>
            <a:r>
              <a:rPr lang="it-IT" altLang="it-IT" dirty="0">
                <a:solidFill>
                  <a:schemeClr val="bg1"/>
                </a:solidFill>
              </a:rPr>
              <a:t>11/12/2023</a:t>
            </a:r>
          </a:p>
          <a:p>
            <a:endParaRPr lang="it-IT" altLang="it-IT" dirty="0"/>
          </a:p>
        </p:txBody>
      </p:sp>
      <p:sp>
        <p:nvSpPr>
          <p:cNvPr id="2" name="Segnaposto numero diapositiva 5">
            <a:extLst>
              <a:ext uri="{FF2B5EF4-FFF2-40B4-BE49-F238E27FC236}">
                <a16:creationId xmlns:a16="http://schemas.microsoft.com/office/drawing/2014/main" id="{23CDD47C-4CEB-8639-F2E7-D6D2F85D31A7}"/>
              </a:ext>
            </a:extLst>
          </p:cNvPr>
          <p:cNvSpPr txBox="1">
            <a:spLocks/>
          </p:cNvSpPr>
          <p:nvPr/>
        </p:nvSpPr>
        <p:spPr bwMode="auto">
          <a:xfrm>
            <a:off x="6548472" y="6146800"/>
            <a:ext cx="19050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defPPr>
              <a:defRPr lang="it-IT"/>
            </a:defPPr>
            <a:lvl1pPr algn="r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22433"/>
              </a:buClr>
              <a:buChar char="•"/>
              <a:defRPr sz="2400" kern="12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 kern="12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1600" kern="12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1400" kern="12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 kern="12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defRPr>
            </a:lvl5pPr>
            <a:lvl6pPr marL="2514600" indent="-228600" algn="l" defTabSz="914400" rtl="0" eaLnBrk="0" fontAlgn="base" latinLnBrk="0" hangingPunct="0">
              <a:spcBef>
                <a:spcPct val="20000"/>
              </a:spcBef>
              <a:spcAft>
                <a:spcPct val="0"/>
              </a:spcAft>
              <a:buChar char="»"/>
              <a:defRPr sz="1200" kern="12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defRPr>
            </a:lvl6pPr>
            <a:lvl7pPr marL="2971800" indent="-228600" algn="l" defTabSz="914400" rtl="0" eaLnBrk="0" fontAlgn="base" latinLnBrk="0" hangingPunct="0">
              <a:spcBef>
                <a:spcPct val="20000"/>
              </a:spcBef>
              <a:spcAft>
                <a:spcPct val="0"/>
              </a:spcAft>
              <a:buChar char="»"/>
              <a:defRPr sz="1200" kern="12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defRPr>
            </a:lvl7pPr>
            <a:lvl8pPr marL="3429000" indent="-228600" algn="l" defTabSz="914400" rtl="0" eaLnBrk="0" fontAlgn="base" latinLnBrk="0" hangingPunct="0">
              <a:spcBef>
                <a:spcPct val="20000"/>
              </a:spcBef>
              <a:spcAft>
                <a:spcPct val="0"/>
              </a:spcAft>
              <a:buChar char="»"/>
              <a:defRPr sz="1200" kern="12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defRPr>
            </a:lvl8pPr>
            <a:lvl9pPr marL="3886200" indent="-228600" algn="l" defTabSz="914400" rtl="0" eaLnBrk="0" fontAlgn="base" latinLnBrk="0" hangingPunct="0">
              <a:spcBef>
                <a:spcPct val="20000"/>
              </a:spcBef>
              <a:spcAft>
                <a:spcPct val="0"/>
              </a:spcAft>
              <a:buChar char="»"/>
              <a:defRPr sz="1200" kern="12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r>
              <a:rPr lang="it-IT" altLang="it-IT" sz="1100" dirty="0">
                <a:solidFill>
                  <a:schemeClr val="bg1"/>
                </a:solidFill>
              </a:rPr>
              <a:t>Pagina 4</a:t>
            </a:r>
          </a:p>
        </p:txBody>
      </p:sp>
      <p:sp>
        <p:nvSpPr>
          <p:cNvPr id="4" name="Rectangle 2">
            <a:extLst>
              <a:ext uri="{FF2B5EF4-FFF2-40B4-BE49-F238E27FC236}">
                <a16:creationId xmlns:a16="http://schemas.microsoft.com/office/drawing/2014/main" id="{08C22CE2-C3D6-2049-0DF7-E203F0E1DD6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0" y="368275"/>
            <a:ext cx="9144000" cy="5048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2400" b="1" kern="1200">
                <a:solidFill>
                  <a:srgbClr val="822433"/>
                </a:solidFill>
                <a:latin typeface="+mj-lt"/>
                <a:ea typeface="+mj-ea"/>
                <a:cs typeface="+mj-cs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822433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822433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822433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822433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822433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822433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822433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822433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algn="ctr" eaLnBrk="1" hangingPunct="1"/>
            <a:r>
              <a:rPr lang="it-IT" altLang="it-IT" dirty="0"/>
              <a:t>Zero-Knowledge</a:t>
            </a:r>
          </a:p>
        </p:txBody>
      </p:sp>
      <p:sp>
        <p:nvSpPr>
          <p:cNvPr id="12" name="CasellaDiTesto 11">
            <a:extLst>
              <a:ext uri="{FF2B5EF4-FFF2-40B4-BE49-F238E27FC236}">
                <a16:creationId xmlns:a16="http://schemas.microsoft.com/office/drawing/2014/main" id="{7F04C697-35BE-7767-1F03-ED4159BFCE69}"/>
              </a:ext>
            </a:extLst>
          </p:cNvPr>
          <p:cNvSpPr txBox="1"/>
          <p:nvPr/>
        </p:nvSpPr>
        <p:spPr bwMode="auto">
          <a:xfrm>
            <a:off x="1175657" y="1147665"/>
            <a:ext cx="7203233" cy="132343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0" indent="0" algn="just">
              <a:buNone/>
            </a:pPr>
            <a:r>
              <a:rPr lang="it-IT" sz="2000" dirty="0">
                <a:solidFill>
                  <a:srgbClr val="000000"/>
                </a:solidFill>
              </a:rPr>
              <a:t>L’obiettivo del </a:t>
            </a:r>
            <a:r>
              <a:rPr lang="it-IT" sz="2000" dirty="0" err="1">
                <a:solidFill>
                  <a:srgbClr val="000000"/>
                </a:solidFill>
              </a:rPr>
              <a:t>Prover</a:t>
            </a:r>
            <a:r>
              <a:rPr lang="it-IT" sz="2000" dirty="0">
                <a:solidFill>
                  <a:srgbClr val="000000"/>
                </a:solidFill>
              </a:rPr>
              <a:t> è quello di provare di essere a conoscenza di una certa informazione senza diffondere dettagli circa l’informazione stessa. Spesso si considera il caso in cui anche il Verificatore V possa essere malevolo.</a:t>
            </a:r>
            <a:endParaRPr lang="en-US" sz="2000" dirty="0">
              <a:solidFill>
                <a:srgbClr val="000000"/>
              </a:solidFill>
            </a:endParaRPr>
          </a:p>
        </p:txBody>
      </p:sp>
      <p:sp>
        <p:nvSpPr>
          <p:cNvPr id="3" name="Rettangolo con angoli arrotondati 1">
            <a:extLst>
              <a:ext uri="{FF2B5EF4-FFF2-40B4-BE49-F238E27FC236}">
                <a16:creationId xmlns:a16="http://schemas.microsoft.com/office/drawing/2014/main" id="{50A89CB4-8746-FE80-9D2C-7F03858A46A3}"/>
              </a:ext>
            </a:extLst>
          </p:cNvPr>
          <p:cNvSpPr/>
          <p:nvPr/>
        </p:nvSpPr>
        <p:spPr bwMode="auto">
          <a:xfrm>
            <a:off x="767352" y="3015467"/>
            <a:ext cx="1872208" cy="792088"/>
          </a:xfrm>
          <a:prstGeom prst="roundRect">
            <a:avLst/>
          </a:prstGeom>
          <a:solidFill>
            <a:srgbClr val="790022"/>
          </a:solidFill>
          <a:ln>
            <a:noFill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endParaRPr lang="it-IT"/>
          </a:p>
        </p:txBody>
      </p:sp>
      <p:sp>
        <p:nvSpPr>
          <p:cNvPr id="5" name="Titolo 1">
            <a:extLst>
              <a:ext uri="{FF2B5EF4-FFF2-40B4-BE49-F238E27FC236}">
                <a16:creationId xmlns:a16="http://schemas.microsoft.com/office/drawing/2014/main" id="{751707F1-A3ED-8B6F-67D1-1FB15173E62C}"/>
              </a:ext>
            </a:extLst>
          </p:cNvPr>
          <p:cNvSpPr txBox="1">
            <a:spLocks/>
          </p:cNvSpPr>
          <p:nvPr/>
        </p:nvSpPr>
        <p:spPr bwMode="auto">
          <a:xfrm>
            <a:off x="767352" y="3048811"/>
            <a:ext cx="1872208" cy="5048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2400" b="1" kern="1200">
                <a:solidFill>
                  <a:srgbClr val="822433"/>
                </a:solidFill>
                <a:latin typeface="+mj-lt"/>
                <a:ea typeface="+mj-ea"/>
                <a:cs typeface="+mj-cs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822433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822433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822433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822433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822433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822433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822433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822433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algn="ctr"/>
            <a:r>
              <a:rPr lang="it-IT" sz="2000" b="0" dirty="0">
                <a:solidFill>
                  <a:schemeClr val="bg1"/>
                </a:solidFill>
              </a:rPr>
              <a:t>Caratteristiche generali</a:t>
            </a:r>
          </a:p>
        </p:txBody>
      </p:sp>
      <p:sp>
        <p:nvSpPr>
          <p:cNvPr id="7" name="Rettangolo con angoli arrotondati 1">
            <a:extLst>
              <a:ext uri="{FF2B5EF4-FFF2-40B4-BE49-F238E27FC236}">
                <a16:creationId xmlns:a16="http://schemas.microsoft.com/office/drawing/2014/main" id="{DAD9DCEC-EFBE-9BB4-42FF-F9EC3CAA000B}"/>
              </a:ext>
            </a:extLst>
          </p:cNvPr>
          <p:cNvSpPr/>
          <p:nvPr/>
        </p:nvSpPr>
        <p:spPr bwMode="auto">
          <a:xfrm>
            <a:off x="3635896" y="3015467"/>
            <a:ext cx="1872208" cy="792088"/>
          </a:xfrm>
          <a:prstGeom prst="roundRect">
            <a:avLst/>
          </a:prstGeom>
          <a:solidFill>
            <a:srgbClr val="790022"/>
          </a:solidFill>
          <a:ln>
            <a:noFill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endParaRPr lang="it-IT"/>
          </a:p>
        </p:txBody>
      </p:sp>
      <p:sp>
        <p:nvSpPr>
          <p:cNvPr id="8" name="Titolo 1">
            <a:extLst>
              <a:ext uri="{FF2B5EF4-FFF2-40B4-BE49-F238E27FC236}">
                <a16:creationId xmlns:a16="http://schemas.microsoft.com/office/drawing/2014/main" id="{8F53235F-F595-F06D-F0D0-9DBEDFADADE8}"/>
              </a:ext>
            </a:extLst>
          </p:cNvPr>
          <p:cNvSpPr txBox="1">
            <a:spLocks/>
          </p:cNvSpPr>
          <p:nvPr/>
        </p:nvSpPr>
        <p:spPr bwMode="auto">
          <a:xfrm>
            <a:off x="3635896" y="3048812"/>
            <a:ext cx="1872208" cy="5048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2400" b="1" kern="1200">
                <a:solidFill>
                  <a:srgbClr val="822433"/>
                </a:solidFill>
                <a:latin typeface="+mj-lt"/>
                <a:ea typeface="+mj-ea"/>
                <a:cs typeface="+mj-cs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822433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822433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822433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822433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822433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822433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822433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822433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algn="ctr"/>
            <a:r>
              <a:rPr lang="it-IT" sz="2000" b="0" dirty="0">
                <a:solidFill>
                  <a:schemeClr val="bg1"/>
                </a:solidFill>
              </a:rPr>
              <a:t>Round non costanti</a:t>
            </a:r>
            <a:endParaRPr lang="it-IT" b="0" dirty="0">
              <a:solidFill>
                <a:schemeClr val="bg1"/>
              </a:solidFill>
            </a:endParaRPr>
          </a:p>
        </p:txBody>
      </p:sp>
      <p:sp>
        <p:nvSpPr>
          <p:cNvPr id="10" name="Rettangolo con angoli arrotondati 1">
            <a:extLst>
              <a:ext uri="{FF2B5EF4-FFF2-40B4-BE49-F238E27FC236}">
                <a16:creationId xmlns:a16="http://schemas.microsoft.com/office/drawing/2014/main" id="{D1E1BB8B-C045-53FA-FD66-616066875DDE}"/>
              </a:ext>
            </a:extLst>
          </p:cNvPr>
          <p:cNvSpPr/>
          <p:nvPr/>
        </p:nvSpPr>
        <p:spPr bwMode="auto">
          <a:xfrm>
            <a:off x="6504440" y="3015467"/>
            <a:ext cx="1872208" cy="792088"/>
          </a:xfrm>
          <a:prstGeom prst="roundRect">
            <a:avLst/>
          </a:prstGeom>
          <a:solidFill>
            <a:srgbClr val="790022"/>
          </a:solidFill>
          <a:ln>
            <a:noFill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endParaRPr lang="it-IT"/>
          </a:p>
        </p:txBody>
      </p:sp>
      <p:sp>
        <p:nvSpPr>
          <p:cNvPr id="11" name="Titolo 1">
            <a:extLst>
              <a:ext uri="{FF2B5EF4-FFF2-40B4-BE49-F238E27FC236}">
                <a16:creationId xmlns:a16="http://schemas.microsoft.com/office/drawing/2014/main" id="{57C44A4B-617E-31A4-7F1D-B3E6C13EA23D}"/>
              </a:ext>
            </a:extLst>
          </p:cNvPr>
          <p:cNvSpPr txBox="1">
            <a:spLocks/>
          </p:cNvSpPr>
          <p:nvPr/>
        </p:nvSpPr>
        <p:spPr bwMode="auto">
          <a:xfrm>
            <a:off x="6504440" y="3048811"/>
            <a:ext cx="1872208" cy="5048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2400" b="1" kern="1200">
                <a:solidFill>
                  <a:srgbClr val="822433"/>
                </a:solidFill>
                <a:latin typeface="+mj-lt"/>
                <a:ea typeface="+mj-ea"/>
                <a:cs typeface="+mj-cs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822433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822433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822433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822433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822433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822433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822433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822433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algn="ctr"/>
            <a:r>
              <a:rPr lang="it-IT" sz="2000" b="0" dirty="0">
                <a:solidFill>
                  <a:schemeClr val="bg1"/>
                </a:solidFill>
              </a:rPr>
              <a:t>Round</a:t>
            </a:r>
          </a:p>
          <a:p>
            <a:pPr algn="ctr"/>
            <a:r>
              <a:rPr lang="it-IT" sz="2000" b="0" dirty="0">
                <a:solidFill>
                  <a:schemeClr val="bg1"/>
                </a:solidFill>
              </a:rPr>
              <a:t>costanti</a:t>
            </a:r>
            <a:endParaRPr lang="it-IT" b="0" dirty="0">
              <a:solidFill>
                <a:schemeClr val="bg1"/>
              </a:solidFill>
            </a:endParaRPr>
          </a:p>
        </p:txBody>
      </p:sp>
      <p:sp>
        <p:nvSpPr>
          <p:cNvPr id="15" name="Rettangolo con angoli arrotondati 14">
            <a:extLst>
              <a:ext uri="{FF2B5EF4-FFF2-40B4-BE49-F238E27FC236}">
                <a16:creationId xmlns:a16="http://schemas.microsoft.com/office/drawing/2014/main" id="{B560B38D-CF63-A913-87D8-C4B54CC99A32}"/>
              </a:ext>
            </a:extLst>
          </p:cNvPr>
          <p:cNvSpPr/>
          <p:nvPr/>
        </p:nvSpPr>
        <p:spPr bwMode="auto">
          <a:xfrm>
            <a:off x="767352" y="3428999"/>
            <a:ext cx="1872209" cy="2015149"/>
          </a:xfrm>
          <a:prstGeom prst="roundRect">
            <a:avLst/>
          </a:prstGeom>
          <a:solidFill>
            <a:srgbClr val="790022">
              <a:alpha val="9000"/>
            </a:srgbClr>
          </a:solidFill>
          <a:ln>
            <a:solidFill>
              <a:srgbClr val="790022"/>
            </a:solidFill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algn="ctr"/>
            <a:endParaRPr lang="it-IT" sz="2000" dirty="0">
              <a:solidFill>
                <a:srgbClr val="000000"/>
              </a:solidFill>
              <a:latin typeface="+mn-lt"/>
            </a:endParaRPr>
          </a:p>
        </p:txBody>
      </p:sp>
      <p:sp>
        <p:nvSpPr>
          <p:cNvPr id="16" name="CasellaDiTesto 15">
            <a:extLst>
              <a:ext uri="{FF2B5EF4-FFF2-40B4-BE49-F238E27FC236}">
                <a16:creationId xmlns:a16="http://schemas.microsoft.com/office/drawing/2014/main" id="{4708ED7F-F20F-05A1-65E6-46D08C7E518D}"/>
              </a:ext>
            </a:extLst>
          </p:cNvPr>
          <p:cNvSpPr txBox="1"/>
          <p:nvPr/>
        </p:nvSpPr>
        <p:spPr bwMode="auto">
          <a:xfrm>
            <a:off x="767352" y="3998027"/>
            <a:ext cx="2031832" cy="10156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it-IT" sz="2000" dirty="0">
                <a:solidFill>
                  <a:srgbClr val="000000"/>
                </a:solidFill>
                <a:latin typeface="+mn-lt"/>
              </a:rPr>
              <a:t>Proprietà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it-IT" sz="2000" dirty="0">
                <a:solidFill>
                  <a:srgbClr val="000000"/>
                </a:solidFill>
              </a:rPr>
              <a:t>Ripetizione</a:t>
            </a:r>
            <a:endParaRPr lang="it-IT" sz="2000" dirty="0">
              <a:solidFill>
                <a:srgbClr val="000000"/>
              </a:solidFill>
              <a:latin typeface="+mn-lt"/>
            </a:endParaRP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it-IT" sz="2000" dirty="0">
                <a:solidFill>
                  <a:srgbClr val="000000"/>
                </a:solidFill>
              </a:rPr>
              <a:t>Simulazione</a:t>
            </a:r>
          </a:p>
        </p:txBody>
      </p:sp>
    </p:spTree>
    <p:extLst>
      <p:ext uri="{BB962C8B-B14F-4D97-AF65-F5344CB8AC3E}">
        <p14:creationId xmlns:p14="http://schemas.microsoft.com/office/powerpoint/2010/main" val="4092931320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spd="med">
        <p159:morph option="byObject"/>
      </p:transition>
    </mc:Choice>
    <mc:Fallback>
      <p:transition spd="med">
        <p:fade/>
      </p:transition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Segnaposto piè di pagina 4">
            <a:extLst>
              <a:ext uri="{FF2B5EF4-FFF2-40B4-BE49-F238E27FC236}">
                <a16:creationId xmlns:a16="http://schemas.microsoft.com/office/drawing/2014/main" id="{713867C7-99F0-42C1-BDF1-1330231C60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295400" y="6219825"/>
            <a:ext cx="2895600" cy="457200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rgbClr val="822433"/>
              </a:buClr>
              <a:buChar char="•"/>
              <a:defRPr sz="24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16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14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12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r>
              <a:rPr lang="it-IT" altLang="it-IT" sz="1100" dirty="0" err="1">
                <a:solidFill>
                  <a:schemeClr val="bg1"/>
                </a:solidFill>
              </a:rPr>
              <a:t>Integrating</a:t>
            </a:r>
            <a:r>
              <a:rPr lang="it-IT" altLang="it-IT" sz="1100" dirty="0">
                <a:solidFill>
                  <a:schemeClr val="bg1"/>
                </a:solidFill>
              </a:rPr>
              <a:t> Zero-Knowledge in SCAPI</a:t>
            </a:r>
          </a:p>
        </p:txBody>
      </p:sp>
      <p:sp>
        <p:nvSpPr>
          <p:cNvPr id="6" name="Segnaposto data 3">
            <a:extLst>
              <a:ext uri="{FF2B5EF4-FFF2-40B4-BE49-F238E27FC236}">
                <a16:creationId xmlns:a16="http://schemas.microsoft.com/office/drawing/2014/main" id="{55BEB4CF-D7F4-07C6-F774-7F44CFB6B3E3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343400" y="6146800"/>
            <a:ext cx="1905000" cy="457200"/>
          </a:xfrm>
        </p:spPr>
        <p:txBody>
          <a:bodyPr/>
          <a:lstStyle/>
          <a:p>
            <a:r>
              <a:rPr lang="it-IT" altLang="it-IT" dirty="0">
                <a:solidFill>
                  <a:schemeClr val="bg1"/>
                </a:solidFill>
              </a:rPr>
              <a:t>11/12/2023</a:t>
            </a:r>
          </a:p>
          <a:p>
            <a:endParaRPr lang="it-IT" altLang="it-IT" dirty="0"/>
          </a:p>
        </p:txBody>
      </p:sp>
      <p:sp>
        <p:nvSpPr>
          <p:cNvPr id="2" name="Segnaposto numero diapositiva 5">
            <a:extLst>
              <a:ext uri="{FF2B5EF4-FFF2-40B4-BE49-F238E27FC236}">
                <a16:creationId xmlns:a16="http://schemas.microsoft.com/office/drawing/2014/main" id="{23CDD47C-4CEB-8639-F2E7-D6D2F85D31A7}"/>
              </a:ext>
            </a:extLst>
          </p:cNvPr>
          <p:cNvSpPr txBox="1">
            <a:spLocks/>
          </p:cNvSpPr>
          <p:nvPr/>
        </p:nvSpPr>
        <p:spPr bwMode="auto">
          <a:xfrm>
            <a:off x="6548472" y="6146800"/>
            <a:ext cx="19050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defPPr>
              <a:defRPr lang="it-IT"/>
            </a:defPPr>
            <a:lvl1pPr algn="r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22433"/>
              </a:buClr>
              <a:buChar char="•"/>
              <a:defRPr sz="2400" kern="12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 kern="12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1600" kern="12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1400" kern="12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 kern="12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defRPr>
            </a:lvl5pPr>
            <a:lvl6pPr marL="2514600" indent="-228600" algn="l" defTabSz="914400" rtl="0" eaLnBrk="0" fontAlgn="base" latinLnBrk="0" hangingPunct="0">
              <a:spcBef>
                <a:spcPct val="20000"/>
              </a:spcBef>
              <a:spcAft>
                <a:spcPct val="0"/>
              </a:spcAft>
              <a:buChar char="»"/>
              <a:defRPr sz="1200" kern="12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defRPr>
            </a:lvl6pPr>
            <a:lvl7pPr marL="2971800" indent="-228600" algn="l" defTabSz="914400" rtl="0" eaLnBrk="0" fontAlgn="base" latinLnBrk="0" hangingPunct="0">
              <a:spcBef>
                <a:spcPct val="20000"/>
              </a:spcBef>
              <a:spcAft>
                <a:spcPct val="0"/>
              </a:spcAft>
              <a:buChar char="»"/>
              <a:defRPr sz="1200" kern="12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defRPr>
            </a:lvl7pPr>
            <a:lvl8pPr marL="3429000" indent="-228600" algn="l" defTabSz="914400" rtl="0" eaLnBrk="0" fontAlgn="base" latinLnBrk="0" hangingPunct="0">
              <a:spcBef>
                <a:spcPct val="20000"/>
              </a:spcBef>
              <a:spcAft>
                <a:spcPct val="0"/>
              </a:spcAft>
              <a:buChar char="»"/>
              <a:defRPr sz="1200" kern="12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defRPr>
            </a:lvl8pPr>
            <a:lvl9pPr marL="3886200" indent="-228600" algn="l" defTabSz="914400" rtl="0" eaLnBrk="0" fontAlgn="base" latinLnBrk="0" hangingPunct="0">
              <a:spcBef>
                <a:spcPct val="20000"/>
              </a:spcBef>
              <a:spcAft>
                <a:spcPct val="0"/>
              </a:spcAft>
              <a:buChar char="»"/>
              <a:defRPr sz="1200" kern="12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r>
              <a:rPr lang="it-IT" altLang="it-IT" sz="1100" dirty="0">
                <a:solidFill>
                  <a:schemeClr val="bg1"/>
                </a:solidFill>
              </a:rPr>
              <a:t>Pagina 4</a:t>
            </a:r>
          </a:p>
        </p:txBody>
      </p:sp>
      <p:sp>
        <p:nvSpPr>
          <p:cNvPr id="4" name="Rectangle 2">
            <a:extLst>
              <a:ext uri="{FF2B5EF4-FFF2-40B4-BE49-F238E27FC236}">
                <a16:creationId xmlns:a16="http://schemas.microsoft.com/office/drawing/2014/main" id="{08C22CE2-C3D6-2049-0DF7-E203F0E1DD6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0" y="368275"/>
            <a:ext cx="9144000" cy="5048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2400" b="1" kern="1200">
                <a:solidFill>
                  <a:srgbClr val="822433"/>
                </a:solidFill>
                <a:latin typeface="+mj-lt"/>
                <a:ea typeface="+mj-ea"/>
                <a:cs typeface="+mj-cs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822433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822433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822433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822433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822433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822433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822433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822433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algn="ctr" eaLnBrk="1" hangingPunct="1"/>
            <a:r>
              <a:rPr lang="it-IT" altLang="it-IT" dirty="0"/>
              <a:t>Zero-Knowledge</a:t>
            </a:r>
          </a:p>
        </p:txBody>
      </p:sp>
      <p:sp>
        <p:nvSpPr>
          <p:cNvPr id="12" name="CasellaDiTesto 11">
            <a:extLst>
              <a:ext uri="{FF2B5EF4-FFF2-40B4-BE49-F238E27FC236}">
                <a16:creationId xmlns:a16="http://schemas.microsoft.com/office/drawing/2014/main" id="{7F04C697-35BE-7767-1F03-ED4159BFCE69}"/>
              </a:ext>
            </a:extLst>
          </p:cNvPr>
          <p:cNvSpPr txBox="1"/>
          <p:nvPr/>
        </p:nvSpPr>
        <p:spPr bwMode="auto">
          <a:xfrm>
            <a:off x="1175657" y="1147665"/>
            <a:ext cx="7203233" cy="132343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0" indent="0" algn="just">
              <a:buNone/>
            </a:pPr>
            <a:r>
              <a:rPr lang="it-IT" sz="2000" dirty="0">
                <a:solidFill>
                  <a:srgbClr val="000000"/>
                </a:solidFill>
              </a:rPr>
              <a:t>L’obiettivo del </a:t>
            </a:r>
            <a:r>
              <a:rPr lang="it-IT" sz="2000" dirty="0" err="1">
                <a:solidFill>
                  <a:srgbClr val="000000"/>
                </a:solidFill>
              </a:rPr>
              <a:t>Prover</a:t>
            </a:r>
            <a:r>
              <a:rPr lang="it-IT" sz="2000" dirty="0">
                <a:solidFill>
                  <a:srgbClr val="000000"/>
                </a:solidFill>
              </a:rPr>
              <a:t> è quello di provare di essere a conoscenza di una certa informazione senza diffondere dettagli circa l’informazione stessa. Spesso si considera il caso in cui anche il Verificatore V possa essere malevolo.</a:t>
            </a:r>
            <a:endParaRPr lang="en-US" sz="2000" dirty="0">
              <a:solidFill>
                <a:srgbClr val="000000"/>
              </a:solidFill>
            </a:endParaRPr>
          </a:p>
        </p:txBody>
      </p:sp>
      <p:sp>
        <p:nvSpPr>
          <p:cNvPr id="3" name="Rettangolo con angoli arrotondati 1">
            <a:extLst>
              <a:ext uri="{FF2B5EF4-FFF2-40B4-BE49-F238E27FC236}">
                <a16:creationId xmlns:a16="http://schemas.microsoft.com/office/drawing/2014/main" id="{50A89CB4-8746-FE80-9D2C-7F03858A46A3}"/>
              </a:ext>
            </a:extLst>
          </p:cNvPr>
          <p:cNvSpPr/>
          <p:nvPr/>
        </p:nvSpPr>
        <p:spPr bwMode="auto">
          <a:xfrm>
            <a:off x="767352" y="3015467"/>
            <a:ext cx="1872208" cy="792088"/>
          </a:xfrm>
          <a:prstGeom prst="roundRect">
            <a:avLst/>
          </a:prstGeom>
          <a:solidFill>
            <a:srgbClr val="790022"/>
          </a:solidFill>
          <a:ln>
            <a:noFill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endParaRPr lang="it-IT"/>
          </a:p>
        </p:txBody>
      </p:sp>
      <p:sp>
        <p:nvSpPr>
          <p:cNvPr id="5" name="Titolo 1">
            <a:extLst>
              <a:ext uri="{FF2B5EF4-FFF2-40B4-BE49-F238E27FC236}">
                <a16:creationId xmlns:a16="http://schemas.microsoft.com/office/drawing/2014/main" id="{751707F1-A3ED-8B6F-67D1-1FB15173E62C}"/>
              </a:ext>
            </a:extLst>
          </p:cNvPr>
          <p:cNvSpPr txBox="1">
            <a:spLocks/>
          </p:cNvSpPr>
          <p:nvPr/>
        </p:nvSpPr>
        <p:spPr bwMode="auto">
          <a:xfrm>
            <a:off x="767352" y="3048811"/>
            <a:ext cx="1872208" cy="5048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2400" b="1" kern="1200">
                <a:solidFill>
                  <a:srgbClr val="822433"/>
                </a:solidFill>
                <a:latin typeface="+mj-lt"/>
                <a:ea typeface="+mj-ea"/>
                <a:cs typeface="+mj-cs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822433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822433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822433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822433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822433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822433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822433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822433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algn="ctr"/>
            <a:r>
              <a:rPr lang="it-IT" sz="2000" b="0" dirty="0">
                <a:solidFill>
                  <a:schemeClr val="bg1"/>
                </a:solidFill>
              </a:rPr>
              <a:t>Caratteristiche generali</a:t>
            </a:r>
          </a:p>
        </p:txBody>
      </p:sp>
      <p:sp>
        <p:nvSpPr>
          <p:cNvPr id="7" name="Rettangolo con angoli arrotondati 1">
            <a:extLst>
              <a:ext uri="{FF2B5EF4-FFF2-40B4-BE49-F238E27FC236}">
                <a16:creationId xmlns:a16="http://schemas.microsoft.com/office/drawing/2014/main" id="{DAD9DCEC-EFBE-9BB4-42FF-F9EC3CAA000B}"/>
              </a:ext>
            </a:extLst>
          </p:cNvPr>
          <p:cNvSpPr/>
          <p:nvPr/>
        </p:nvSpPr>
        <p:spPr bwMode="auto">
          <a:xfrm>
            <a:off x="3635896" y="3015467"/>
            <a:ext cx="1872208" cy="792088"/>
          </a:xfrm>
          <a:prstGeom prst="roundRect">
            <a:avLst/>
          </a:prstGeom>
          <a:solidFill>
            <a:srgbClr val="790022"/>
          </a:solidFill>
          <a:ln>
            <a:noFill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endParaRPr lang="it-IT"/>
          </a:p>
        </p:txBody>
      </p:sp>
      <p:sp>
        <p:nvSpPr>
          <p:cNvPr id="8" name="Titolo 1">
            <a:extLst>
              <a:ext uri="{FF2B5EF4-FFF2-40B4-BE49-F238E27FC236}">
                <a16:creationId xmlns:a16="http://schemas.microsoft.com/office/drawing/2014/main" id="{8F53235F-F595-F06D-F0D0-9DBEDFADADE8}"/>
              </a:ext>
            </a:extLst>
          </p:cNvPr>
          <p:cNvSpPr txBox="1">
            <a:spLocks/>
          </p:cNvSpPr>
          <p:nvPr/>
        </p:nvSpPr>
        <p:spPr bwMode="auto">
          <a:xfrm>
            <a:off x="3635896" y="3048812"/>
            <a:ext cx="1872208" cy="5048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2400" b="1" kern="1200">
                <a:solidFill>
                  <a:srgbClr val="822433"/>
                </a:solidFill>
                <a:latin typeface="+mj-lt"/>
                <a:ea typeface="+mj-ea"/>
                <a:cs typeface="+mj-cs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822433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822433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822433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822433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822433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822433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822433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822433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algn="ctr"/>
            <a:r>
              <a:rPr lang="it-IT" sz="2000" b="0" dirty="0">
                <a:solidFill>
                  <a:schemeClr val="bg1"/>
                </a:solidFill>
              </a:rPr>
              <a:t>Round non costanti</a:t>
            </a:r>
            <a:endParaRPr lang="it-IT" b="0" dirty="0">
              <a:solidFill>
                <a:schemeClr val="bg1"/>
              </a:solidFill>
            </a:endParaRPr>
          </a:p>
        </p:txBody>
      </p:sp>
      <p:sp>
        <p:nvSpPr>
          <p:cNvPr id="10" name="Rettangolo con angoli arrotondati 1">
            <a:extLst>
              <a:ext uri="{FF2B5EF4-FFF2-40B4-BE49-F238E27FC236}">
                <a16:creationId xmlns:a16="http://schemas.microsoft.com/office/drawing/2014/main" id="{D1E1BB8B-C045-53FA-FD66-616066875DDE}"/>
              </a:ext>
            </a:extLst>
          </p:cNvPr>
          <p:cNvSpPr/>
          <p:nvPr/>
        </p:nvSpPr>
        <p:spPr bwMode="auto">
          <a:xfrm>
            <a:off x="6504440" y="3015467"/>
            <a:ext cx="1872208" cy="792088"/>
          </a:xfrm>
          <a:prstGeom prst="roundRect">
            <a:avLst/>
          </a:prstGeom>
          <a:solidFill>
            <a:srgbClr val="790022"/>
          </a:solidFill>
          <a:ln>
            <a:noFill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endParaRPr lang="it-IT"/>
          </a:p>
        </p:txBody>
      </p:sp>
      <p:sp>
        <p:nvSpPr>
          <p:cNvPr id="11" name="Titolo 1">
            <a:extLst>
              <a:ext uri="{FF2B5EF4-FFF2-40B4-BE49-F238E27FC236}">
                <a16:creationId xmlns:a16="http://schemas.microsoft.com/office/drawing/2014/main" id="{57C44A4B-617E-31A4-7F1D-B3E6C13EA23D}"/>
              </a:ext>
            </a:extLst>
          </p:cNvPr>
          <p:cNvSpPr txBox="1">
            <a:spLocks/>
          </p:cNvSpPr>
          <p:nvPr/>
        </p:nvSpPr>
        <p:spPr bwMode="auto">
          <a:xfrm>
            <a:off x="6504440" y="3048811"/>
            <a:ext cx="1872208" cy="5048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2400" b="1" kern="1200">
                <a:solidFill>
                  <a:srgbClr val="822433"/>
                </a:solidFill>
                <a:latin typeface="+mj-lt"/>
                <a:ea typeface="+mj-ea"/>
                <a:cs typeface="+mj-cs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822433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822433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822433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822433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822433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822433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822433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822433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algn="ctr"/>
            <a:r>
              <a:rPr lang="it-IT" sz="2000" b="0" dirty="0">
                <a:solidFill>
                  <a:schemeClr val="bg1"/>
                </a:solidFill>
              </a:rPr>
              <a:t>Round</a:t>
            </a:r>
          </a:p>
          <a:p>
            <a:pPr algn="ctr"/>
            <a:r>
              <a:rPr lang="it-IT" sz="2000" b="0" dirty="0">
                <a:solidFill>
                  <a:schemeClr val="bg1"/>
                </a:solidFill>
              </a:rPr>
              <a:t>costanti</a:t>
            </a:r>
            <a:endParaRPr lang="it-IT" b="0" dirty="0">
              <a:solidFill>
                <a:schemeClr val="bg1"/>
              </a:solidFill>
            </a:endParaRPr>
          </a:p>
        </p:txBody>
      </p:sp>
      <p:sp>
        <p:nvSpPr>
          <p:cNvPr id="15" name="Rettangolo con angoli arrotondati 14">
            <a:extLst>
              <a:ext uri="{FF2B5EF4-FFF2-40B4-BE49-F238E27FC236}">
                <a16:creationId xmlns:a16="http://schemas.microsoft.com/office/drawing/2014/main" id="{B560B38D-CF63-A913-87D8-C4B54CC99A32}"/>
              </a:ext>
            </a:extLst>
          </p:cNvPr>
          <p:cNvSpPr/>
          <p:nvPr/>
        </p:nvSpPr>
        <p:spPr bwMode="auto">
          <a:xfrm>
            <a:off x="767352" y="3428999"/>
            <a:ext cx="1872209" cy="2015149"/>
          </a:xfrm>
          <a:prstGeom prst="roundRect">
            <a:avLst/>
          </a:prstGeom>
          <a:solidFill>
            <a:srgbClr val="790022">
              <a:alpha val="9000"/>
            </a:srgbClr>
          </a:solidFill>
          <a:ln>
            <a:solidFill>
              <a:srgbClr val="790022"/>
            </a:solidFill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algn="ctr"/>
            <a:endParaRPr lang="it-IT" sz="2000" dirty="0">
              <a:solidFill>
                <a:srgbClr val="000000"/>
              </a:solidFill>
              <a:latin typeface="+mn-lt"/>
            </a:endParaRPr>
          </a:p>
        </p:txBody>
      </p:sp>
      <p:sp>
        <p:nvSpPr>
          <p:cNvPr id="16" name="CasellaDiTesto 15">
            <a:extLst>
              <a:ext uri="{FF2B5EF4-FFF2-40B4-BE49-F238E27FC236}">
                <a16:creationId xmlns:a16="http://schemas.microsoft.com/office/drawing/2014/main" id="{4708ED7F-F20F-05A1-65E6-46D08C7E518D}"/>
              </a:ext>
            </a:extLst>
          </p:cNvPr>
          <p:cNvSpPr txBox="1"/>
          <p:nvPr/>
        </p:nvSpPr>
        <p:spPr bwMode="auto">
          <a:xfrm>
            <a:off x="767352" y="3998027"/>
            <a:ext cx="2031832" cy="10156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it-IT" sz="2000" dirty="0">
                <a:solidFill>
                  <a:srgbClr val="000000"/>
                </a:solidFill>
                <a:latin typeface="+mn-lt"/>
              </a:rPr>
              <a:t>Proprietà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it-IT" sz="2000" dirty="0">
                <a:solidFill>
                  <a:srgbClr val="000000"/>
                </a:solidFill>
              </a:rPr>
              <a:t>Ripetizione</a:t>
            </a:r>
            <a:endParaRPr lang="it-IT" sz="2000" dirty="0">
              <a:solidFill>
                <a:srgbClr val="000000"/>
              </a:solidFill>
              <a:latin typeface="+mn-lt"/>
            </a:endParaRP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it-IT" sz="2000" dirty="0">
                <a:solidFill>
                  <a:srgbClr val="000000"/>
                </a:solidFill>
              </a:rPr>
              <a:t>Simulazione</a:t>
            </a:r>
          </a:p>
        </p:txBody>
      </p:sp>
      <p:sp>
        <p:nvSpPr>
          <p:cNvPr id="13" name="Rettangolo con angoli arrotondati 12">
            <a:extLst>
              <a:ext uri="{FF2B5EF4-FFF2-40B4-BE49-F238E27FC236}">
                <a16:creationId xmlns:a16="http://schemas.microsoft.com/office/drawing/2014/main" id="{6B6A8EEB-4711-2010-E188-5031DD3479E4}"/>
              </a:ext>
            </a:extLst>
          </p:cNvPr>
          <p:cNvSpPr/>
          <p:nvPr/>
        </p:nvSpPr>
        <p:spPr bwMode="auto">
          <a:xfrm>
            <a:off x="3635895" y="3137243"/>
            <a:ext cx="1872209" cy="2270394"/>
          </a:xfrm>
          <a:prstGeom prst="roundRect">
            <a:avLst/>
          </a:prstGeom>
          <a:solidFill>
            <a:srgbClr val="790022">
              <a:alpha val="9000"/>
            </a:srgbClr>
          </a:solidFill>
          <a:ln>
            <a:solidFill>
              <a:srgbClr val="790022"/>
            </a:solidFill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algn="ctr"/>
            <a:endParaRPr lang="it-IT" sz="2000" dirty="0">
              <a:solidFill>
                <a:srgbClr val="000000"/>
              </a:solidFill>
              <a:latin typeface="+mn-lt"/>
            </a:endParaRPr>
          </a:p>
        </p:txBody>
      </p:sp>
      <p:sp>
        <p:nvSpPr>
          <p:cNvPr id="14" name="CasellaDiTesto 13">
            <a:extLst>
              <a:ext uri="{FF2B5EF4-FFF2-40B4-BE49-F238E27FC236}">
                <a16:creationId xmlns:a16="http://schemas.microsoft.com/office/drawing/2014/main" id="{381E9FB3-02BC-E384-9B50-DF8163A66E4D}"/>
              </a:ext>
            </a:extLst>
          </p:cNvPr>
          <p:cNvSpPr txBox="1"/>
          <p:nvPr/>
        </p:nvSpPr>
        <p:spPr bwMode="auto">
          <a:xfrm>
            <a:off x="3579408" y="3767623"/>
            <a:ext cx="1985181" cy="163121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0" indent="0" algn="just">
              <a:buNone/>
            </a:pPr>
            <a:r>
              <a:rPr lang="it-IT" sz="2000" dirty="0">
                <a:solidFill>
                  <a:srgbClr val="000000"/>
                </a:solidFill>
              </a:rPr>
              <a:t>Il numero di richieste a P può dipendere dall’andamento dell’interazione</a:t>
            </a:r>
            <a:endParaRPr lang="en-US" sz="2000" dirty="0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727108145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spd="med">
        <p159:morph option="byObject"/>
      </p:transition>
    </mc:Choice>
    <mc:Fallback>
      <p:transition spd="med">
        <p:fade/>
      </p:transition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Segnaposto piè di pagina 4">
            <a:extLst>
              <a:ext uri="{FF2B5EF4-FFF2-40B4-BE49-F238E27FC236}">
                <a16:creationId xmlns:a16="http://schemas.microsoft.com/office/drawing/2014/main" id="{713867C7-99F0-42C1-BDF1-1330231C60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295400" y="6219825"/>
            <a:ext cx="2895600" cy="457200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rgbClr val="822433"/>
              </a:buClr>
              <a:buChar char="•"/>
              <a:defRPr sz="24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16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14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12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r>
              <a:rPr lang="it-IT" altLang="it-IT" sz="1100" dirty="0" err="1">
                <a:solidFill>
                  <a:schemeClr val="bg1"/>
                </a:solidFill>
              </a:rPr>
              <a:t>Integrating</a:t>
            </a:r>
            <a:r>
              <a:rPr lang="it-IT" altLang="it-IT" sz="1100" dirty="0">
                <a:solidFill>
                  <a:schemeClr val="bg1"/>
                </a:solidFill>
              </a:rPr>
              <a:t> Zero-Knowledge in SCAPI</a:t>
            </a:r>
          </a:p>
        </p:txBody>
      </p:sp>
      <p:sp>
        <p:nvSpPr>
          <p:cNvPr id="6" name="Segnaposto data 3">
            <a:extLst>
              <a:ext uri="{FF2B5EF4-FFF2-40B4-BE49-F238E27FC236}">
                <a16:creationId xmlns:a16="http://schemas.microsoft.com/office/drawing/2014/main" id="{55BEB4CF-D7F4-07C6-F774-7F44CFB6B3E3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343400" y="6146800"/>
            <a:ext cx="1905000" cy="457200"/>
          </a:xfrm>
        </p:spPr>
        <p:txBody>
          <a:bodyPr/>
          <a:lstStyle/>
          <a:p>
            <a:r>
              <a:rPr lang="it-IT" altLang="it-IT" dirty="0">
                <a:solidFill>
                  <a:schemeClr val="bg1"/>
                </a:solidFill>
              </a:rPr>
              <a:t>11/12/2023</a:t>
            </a:r>
          </a:p>
          <a:p>
            <a:endParaRPr lang="it-IT" altLang="it-IT" dirty="0"/>
          </a:p>
        </p:txBody>
      </p:sp>
      <p:sp>
        <p:nvSpPr>
          <p:cNvPr id="2" name="Segnaposto numero diapositiva 5">
            <a:extLst>
              <a:ext uri="{FF2B5EF4-FFF2-40B4-BE49-F238E27FC236}">
                <a16:creationId xmlns:a16="http://schemas.microsoft.com/office/drawing/2014/main" id="{23CDD47C-4CEB-8639-F2E7-D6D2F85D31A7}"/>
              </a:ext>
            </a:extLst>
          </p:cNvPr>
          <p:cNvSpPr txBox="1">
            <a:spLocks/>
          </p:cNvSpPr>
          <p:nvPr/>
        </p:nvSpPr>
        <p:spPr bwMode="auto">
          <a:xfrm>
            <a:off x="6548472" y="6146800"/>
            <a:ext cx="19050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defPPr>
              <a:defRPr lang="it-IT"/>
            </a:defPPr>
            <a:lvl1pPr algn="r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22433"/>
              </a:buClr>
              <a:buChar char="•"/>
              <a:defRPr sz="2400" kern="12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 kern="12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1600" kern="12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1400" kern="12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 kern="12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defRPr>
            </a:lvl5pPr>
            <a:lvl6pPr marL="2514600" indent="-228600" algn="l" defTabSz="914400" rtl="0" eaLnBrk="0" fontAlgn="base" latinLnBrk="0" hangingPunct="0">
              <a:spcBef>
                <a:spcPct val="20000"/>
              </a:spcBef>
              <a:spcAft>
                <a:spcPct val="0"/>
              </a:spcAft>
              <a:buChar char="»"/>
              <a:defRPr sz="1200" kern="12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defRPr>
            </a:lvl6pPr>
            <a:lvl7pPr marL="2971800" indent="-228600" algn="l" defTabSz="914400" rtl="0" eaLnBrk="0" fontAlgn="base" latinLnBrk="0" hangingPunct="0">
              <a:spcBef>
                <a:spcPct val="20000"/>
              </a:spcBef>
              <a:spcAft>
                <a:spcPct val="0"/>
              </a:spcAft>
              <a:buChar char="»"/>
              <a:defRPr sz="1200" kern="12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defRPr>
            </a:lvl7pPr>
            <a:lvl8pPr marL="3429000" indent="-228600" algn="l" defTabSz="914400" rtl="0" eaLnBrk="0" fontAlgn="base" latinLnBrk="0" hangingPunct="0">
              <a:spcBef>
                <a:spcPct val="20000"/>
              </a:spcBef>
              <a:spcAft>
                <a:spcPct val="0"/>
              </a:spcAft>
              <a:buChar char="»"/>
              <a:defRPr sz="1200" kern="12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defRPr>
            </a:lvl8pPr>
            <a:lvl9pPr marL="3886200" indent="-228600" algn="l" defTabSz="914400" rtl="0" eaLnBrk="0" fontAlgn="base" latinLnBrk="0" hangingPunct="0">
              <a:spcBef>
                <a:spcPct val="20000"/>
              </a:spcBef>
              <a:spcAft>
                <a:spcPct val="0"/>
              </a:spcAft>
              <a:buChar char="»"/>
              <a:defRPr sz="1200" kern="12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r>
              <a:rPr lang="it-IT" altLang="it-IT" sz="1100" dirty="0">
                <a:solidFill>
                  <a:schemeClr val="bg1"/>
                </a:solidFill>
              </a:rPr>
              <a:t>Pagina 4</a:t>
            </a:r>
          </a:p>
        </p:txBody>
      </p:sp>
      <p:sp>
        <p:nvSpPr>
          <p:cNvPr id="4" name="Rectangle 2">
            <a:extLst>
              <a:ext uri="{FF2B5EF4-FFF2-40B4-BE49-F238E27FC236}">
                <a16:creationId xmlns:a16="http://schemas.microsoft.com/office/drawing/2014/main" id="{08C22CE2-C3D6-2049-0DF7-E203F0E1DD6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0" y="368275"/>
            <a:ext cx="9144000" cy="5048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2400" b="1" kern="1200">
                <a:solidFill>
                  <a:srgbClr val="822433"/>
                </a:solidFill>
                <a:latin typeface="+mj-lt"/>
                <a:ea typeface="+mj-ea"/>
                <a:cs typeface="+mj-cs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822433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822433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822433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822433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822433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822433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822433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822433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algn="ctr" eaLnBrk="1" hangingPunct="1"/>
            <a:r>
              <a:rPr lang="it-IT" altLang="it-IT" dirty="0"/>
              <a:t>Zero-Knowledge</a:t>
            </a:r>
          </a:p>
        </p:txBody>
      </p:sp>
      <p:sp>
        <p:nvSpPr>
          <p:cNvPr id="12" name="CasellaDiTesto 11">
            <a:extLst>
              <a:ext uri="{FF2B5EF4-FFF2-40B4-BE49-F238E27FC236}">
                <a16:creationId xmlns:a16="http://schemas.microsoft.com/office/drawing/2014/main" id="{7F04C697-35BE-7767-1F03-ED4159BFCE69}"/>
              </a:ext>
            </a:extLst>
          </p:cNvPr>
          <p:cNvSpPr txBox="1"/>
          <p:nvPr/>
        </p:nvSpPr>
        <p:spPr bwMode="auto">
          <a:xfrm>
            <a:off x="1175657" y="1147665"/>
            <a:ext cx="7203233" cy="132343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0" indent="0" algn="just">
              <a:buNone/>
            </a:pPr>
            <a:r>
              <a:rPr lang="it-IT" sz="2000" dirty="0">
                <a:solidFill>
                  <a:srgbClr val="000000"/>
                </a:solidFill>
              </a:rPr>
              <a:t>L’obiettivo del </a:t>
            </a:r>
            <a:r>
              <a:rPr lang="it-IT" sz="2000" dirty="0" err="1">
                <a:solidFill>
                  <a:srgbClr val="000000"/>
                </a:solidFill>
              </a:rPr>
              <a:t>Prover</a:t>
            </a:r>
            <a:r>
              <a:rPr lang="it-IT" sz="2000" dirty="0">
                <a:solidFill>
                  <a:srgbClr val="000000"/>
                </a:solidFill>
              </a:rPr>
              <a:t> è quello di provare di essere a conoscenza di una certa informazione senza diffondere dettagli circa l’informazione stessa. Spesso si considera il caso in cui anche il Verificatore V possa essere malevolo.</a:t>
            </a:r>
            <a:endParaRPr lang="en-US" sz="2000" dirty="0">
              <a:solidFill>
                <a:srgbClr val="000000"/>
              </a:solidFill>
            </a:endParaRPr>
          </a:p>
        </p:txBody>
      </p:sp>
      <p:sp>
        <p:nvSpPr>
          <p:cNvPr id="3" name="Rettangolo con angoli arrotondati 1">
            <a:extLst>
              <a:ext uri="{FF2B5EF4-FFF2-40B4-BE49-F238E27FC236}">
                <a16:creationId xmlns:a16="http://schemas.microsoft.com/office/drawing/2014/main" id="{50A89CB4-8746-FE80-9D2C-7F03858A46A3}"/>
              </a:ext>
            </a:extLst>
          </p:cNvPr>
          <p:cNvSpPr/>
          <p:nvPr/>
        </p:nvSpPr>
        <p:spPr bwMode="auto">
          <a:xfrm>
            <a:off x="810418" y="2998982"/>
            <a:ext cx="1872208" cy="792088"/>
          </a:xfrm>
          <a:prstGeom prst="roundRect">
            <a:avLst/>
          </a:prstGeom>
          <a:solidFill>
            <a:srgbClr val="790022"/>
          </a:solidFill>
          <a:ln>
            <a:noFill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endParaRPr lang="it-IT"/>
          </a:p>
        </p:txBody>
      </p:sp>
      <p:sp>
        <p:nvSpPr>
          <p:cNvPr id="5" name="Titolo 1">
            <a:extLst>
              <a:ext uri="{FF2B5EF4-FFF2-40B4-BE49-F238E27FC236}">
                <a16:creationId xmlns:a16="http://schemas.microsoft.com/office/drawing/2014/main" id="{751707F1-A3ED-8B6F-67D1-1FB15173E62C}"/>
              </a:ext>
            </a:extLst>
          </p:cNvPr>
          <p:cNvSpPr txBox="1">
            <a:spLocks/>
          </p:cNvSpPr>
          <p:nvPr/>
        </p:nvSpPr>
        <p:spPr bwMode="auto">
          <a:xfrm>
            <a:off x="810418" y="3032326"/>
            <a:ext cx="1872208" cy="5048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2400" b="1" kern="1200">
                <a:solidFill>
                  <a:srgbClr val="822433"/>
                </a:solidFill>
                <a:latin typeface="+mj-lt"/>
                <a:ea typeface="+mj-ea"/>
                <a:cs typeface="+mj-cs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822433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822433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822433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822433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822433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822433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822433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822433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algn="ctr"/>
            <a:r>
              <a:rPr lang="it-IT" sz="2000" b="0" dirty="0">
                <a:solidFill>
                  <a:schemeClr val="bg1"/>
                </a:solidFill>
              </a:rPr>
              <a:t>Caratteristiche generali</a:t>
            </a:r>
          </a:p>
        </p:txBody>
      </p:sp>
      <p:sp>
        <p:nvSpPr>
          <p:cNvPr id="15" name="Rettangolo con angoli arrotondati 14">
            <a:extLst>
              <a:ext uri="{FF2B5EF4-FFF2-40B4-BE49-F238E27FC236}">
                <a16:creationId xmlns:a16="http://schemas.microsoft.com/office/drawing/2014/main" id="{B560B38D-CF63-A913-87D8-C4B54CC99A32}"/>
              </a:ext>
            </a:extLst>
          </p:cNvPr>
          <p:cNvSpPr/>
          <p:nvPr/>
        </p:nvSpPr>
        <p:spPr bwMode="auto">
          <a:xfrm>
            <a:off x="810418" y="3429000"/>
            <a:ext cx="1872209" cy="1998664"/>
          </a:xfrm>
          <a:prstGeom prst="roundRect">
            <a:avLst>
              <a:gd name="adj" fmla="val 14660"/>
            </a:avLst>
          </a:prstGeom>
          <a:solidFill>
            <a:srgbClr val="790022">
              <a:alpha val="9000"/>
            </a:srgbClr>
          </a:solidFill>
          <a:ln>
            <a:solidFill>
              <a:srgbClr val="790022"/>
            </a:solidFill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algn="ctr"/>
            <a:endParaRPr lang="it-IT" sz="2000" dirty="0">
              <a:solidFill>
                <a:srgbClr val="000000"/>
              </a:solidFill>
              <a:latin typeface="+mn-lt"/>
            </a:endParaRPr>
          </a:p>
        </p:txBody>
      </p:sp>
      <p:sp>
        <p:nvSpPr>
          <p:cNvPr id="16" name="CasellaDiTesto 15">
            <a:extLst>
              <a:ext uri="{FF2B5EF4-FFF2-40B4-BE49-F238E27FC236}">
                <a16:creationId xmlns:a16="http://schemas.microsoft.com/office/drawing/2014/main" id="{4708ED7F-F20F-05A1-65E6-46D08C7E518D}"/>
              </a:ext>
            </a:extLst>
          </p:cNvPr>
          <p:cNvSpPr txBox="1"/>
          <p:nvPr/>
        </p:nvSpPr>
        <p:spPr bwMode="auto">
          <a:xfrm>
            <a:off x="810418" y="3981542"/>
            <a:ext cx="2031832" cy="10156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it-IT" sz="2000" dirty="0">
                <a:solidFill>
                  <a:srgbClr val="000000"/>
                </a:solidFill>
                <a:latin typeface="+mn-lt"/>
              </a:rPr>
              <a:t>Proprietà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it-IT" sz="2000" dirty="0">
                <a:solidFill>
                  <a:srgbClr val="000000"/>
                </a:solidFill>
              </a:rPr>
              <a:t>Ripetizione</a:t>
            </a:r>
            <a:endParaRPr lang="it-IT" sz="2000" dirty="0">
              <a:solidFill>
                <a:srgbClr val="000000"/>
              </a:solidFill>
              <a:latin typeface="+mn-lt"/>
            </a:endParaRP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it-IT" sz="2000" dirty="0">
                <a:solidFill>
                  <a:srgbClr val="000000"/>
                </a:solidFill>
              </a:rPr>
              <a:t>Simulazione</a:t>
            </a:r>
          </a:p>
        </p:txBody>
      </p:sp>
      <p:sp>
        <p:nvSpPr>
          <p:cNvPr id="7" name="Rettangolo con angoli arrotondati 1">
            <a:extLst>
              <a:ext uri="{FF2B5EF4-FFF2-40B4-BE49-F238E27FC236}">
                <a16:creationId xmlns:a16="http://schemas.microsoft.com/office/drawing/2014/main" id="{DAD9DCEC-EFBE-9BB4-42FF-F9EC3CAA000B}"/>
              </a:ext>
            </a:extLst>
          </p:cNvPr>
          <p:cNvSpPr/>
          <p:nvPr/>
        </p:nvSpPr>
        <p:spPr bwMode="auto">
          <a:xfrm>
            <a:off x="3730532" y="2998982"/>
            <a:ext cx="1872208" cy="792088"/>
          </a:xfrm>
          <a:prstGeom prst="roundRect">
            <a:avLst/>
          </a:prstGeom>
          <a:solidFill>
            <a:srgbClr val="790022"/>
          </a:solidFill>
          <a:ln>
            <a:noFill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endParaRPr lang="it-IT"/>
          </a:p>
        </p:txBody>
      </p:sp>
      <p:sp>
        <p:nvSpPr>
          <p:cNvPr id="8" name="Titolo 1">
            <a:extLst>
              <a:ext uri="{FF2B5EF4-FFF2-40B4-BE49-F238E27FC236}">
                <a16:creationId xmlns:a16="http://schemas.microsoft.com/office/drawing/2014/main" id="{8F53235F-F595-F06D-F0D0-9DBEDFADADE8}"/>
              </a:ext>
            </a:extLst>
          </p:cNvPr>
          <p:cNvSpPr txBox="1">
            <a:spLocks/>
          </p:cNvSpPr>
          <p:nvPr/>
        </p:nvSpPr>
        <p:spPr bwMode="auto">
          <a:xfrm>
            <a:off x="3730532" y="3032327"/>
            <a:ext cx="1872208" cy="5048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2400" b="1" kern="1200">
                <a:solidFill>
                  <a:srgbClr val="822433"/>
                </a:solidFill>
                <a:latin typeface="+mj-lt"/>
                <a:ea typeface="+mj-ea"/>
                <a:cs typeface="+mj-cs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822433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822433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822433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822433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822433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822433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822433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822433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algn="ctr"/>
            <a:r>
              <a:rPr lang="it-IT" sz="2000" b="0" dirty="0">
                <a:solidFill>
                  <a:schemeClr val="bg1"/>
                </a:solidFill>
              </a:rPr>
              <a:t>Round non costanti</a:t>
            </a:r>
            <a:endParaRPr lang="it-IT" b="0" dirty="0">
              <a:solidFill>
                <a:schemeClr val="bg1"/>
              </a:solidFill>
            </a:endParaRPr>
          </a:p>
        </p:txBody>
      </p:sp>
      <p:sp>
        <p:nvSpPr>
          <p:cNvPr id="10" name="Rettangolo con angoli arrotondati 1">
            <a:extLst>
              <a:ext uri="{FF2B5EF4-FFF2-40B4-BE49-F238E27FC236}">
                <a16:creationId xmlns:a16="http://schemas.microsoft.com/office/drawing/2014/main" id="{D1E1BB8B-C045-53FA-FD66-616066875DDE}"/>
              </a:ext>
            </a:extLst>
          </p:cNvPr>
          <p:cNvSpPr/>
          <p:nvPr/>
        </p:nvSpPr>
        <p:spPr bwMode="auto">
          <a:xfrm>
            <a:off x="6599076" y="2998982"/>
            <a:ext cx="1872208" cy="792088"/>
          </a:xfrm>
          <a:prstGeom prst="roundRect">
            <a:avLst/>
          </a:prstGeom>
          <a:solidFill>
            <a:srgbClr val="790022"/>
          </a:solidFill>
          <a:ln>
            <a:noFill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endParaRPr lang="it-IT"/>
          </a:p>
        </p:txBody>
      </p:sp>
      <p:sp>
        <p:nvSpPr>
          <p:cNvPr id="11" name="Titolo 1">
            <a:extLst>
              <a:ext uri="{FF2B5EF4-FFF2-40B4-BE49-F238E27FC236}">
                <a16:creationId xmlns:a16="http://schemas.microsoft.com/office/drawing/2014/main" id="{57C44A4B-617E-31A4-7F1D-B3E6C13EA23D}"/>
              </a:ext>
            </a:extLst>
          </p:cNvPr>
          <p:cNvSpPr txBox="1">
            <a:spLocks/>
          </p:cNvSpPr>
          <p:nvPr/>
        </p:nvSpPr>
        <p:spPr bwMode="auto">
          <a:xfrm>
            <a:off x="6599076" y="3032326"/>
            <a:ext cx="1872208" cy="5048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2400" b="1" kern="1200">
                <a:solidFill>
                  <a:srgbClr val="822433"/>
                </a:solidFill>
                <a:latin typeface="+mj-lt"/>
                <a:ea typeface="+mj-ea"/>
                <a:cs typeface="+mj-cs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822433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822433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822433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822433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822433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822433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822433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822433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algn="ctr"/>
            <a:r>
              <a:rPr lang="it-IT" sz="2000" b="0" dirty="0">
                <a:solidFill>
                  <a:schemeClr val="bg1"/>
                </a:solidFill>
              </a:rPr>
              <a:t>Round</a:t>
            </a:r>
          </a:p>
          <a:p>
            <a:pPr algn="ctr"/>
            <a:r>
              <a:rPr lang="it-IT" sz="2000" b="0" dirty="0">
                <a:solidFill>
                  <a:schemeClr val="bg1"/>
                </a:solidFill>
              </a:rPr>
              <a:t>costanti</a:t>
            </a:r>
            <a:endParaRPr lang="it-IT" b="0" dirty="0">
              <a:solidFill>
                <a:schemeClr val="bg1"/>
              </a:solidFill>
            </a:endParaRPr>
          </a:p>
        </p:txBody>
      </p:sp>
      <p:sp>
        <p:nvSpPr>
          <p:cNvPr id="13" name="Rettangolo con angoli arrotondati 12">
            <a:extLst>
              <a:ext uri="{FF2B5EF4-FFF2-40B4-BE49-F238E27FC236}">
                <a16:creationId xmlns:a16="http://schemas.microsoft.com/office/drawing/2014/main" id="{6B6A8EEB-4711-2010-E188-5031DD3479E4}"/>
              </a:ext>
            </a:extLst>
          </p:cNvPr>
          <p:cNvSpPr/>
          <p:nvPr/>
        </p:nvSpPr>
        <p:spPr bwMode="auto">
          <a:xfrm>
            <a:off x="3730531" y="3120758"/>
            <a:ext cx="1872209" cy="2270394"/>
          </a:xfrm>
          <a:prstGeom prst="roundRect">
            <a:avLst/>
          </a:prstGeom>
          <a:solidFill>
            <a:srgbClr val="790022">
              <a:alpha val="9000"/>
            </a:srgbClr>
          </a:solidFill>
          <a:ln>
            <a:solidFill>
              <a:srgbClr val="790022"/>
            </a:solidFill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algn="ctr"/>
            <a:endParaRPr lang="it-IT" sz="2000" dirty="0">
              <a:solidFill>
                <a:srgbClr val="000000"/>
              </a:solidFill>
              <a:latin typeface="+mn-lt"/>
            </a:endParaRPr>
          </a:p>
        </p:txBody>
      </p:sp>
      <p:sp>
        <p:nvSpPr>
          <p:cNvPr id="14" name="CasellaDiTesto 13">
            <a:extLst>
              <a:ext uri="{FF2B5EF4-FFF2-40B4-BE49-F238E27FC236}">
                <a16:creationId xmlns:a16="http://schemas.microsoft.com/office/drawing/2014/main" id="{381E9FB3-02BC-E384-9B50-DF8163A66E4D}"/>
              </a:ext>
            </a:extLst>
          </p:cNvPr>
          <p:cNvSpPr txBox="1"/>
          <p:nvPr/>
        </p:nvSpPr>
        <p:spPr bwMode="auto">
          <a:xfrm>
            <a:off x="3674044" y="3751138"/>
            <a:ext cx="1985181" cy="163121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0" indent="0" algn="just">
              <a:buNone/>
            </a:pPr>
            <a:r>
              <a:rPr lang="it-IT" sz="2000" dirty="0">
                <a:solidFill>
                  <a:srgbClr val="000000"/>
                </a:solidFill>
              </a:rPr>
              <a:t>Il numero di richieste a P può dipendere dall’andamento dell’interazione</a:t>
            </a:r>
            <a:endParaRPr lang="en-US" sz="2000" dirty="0">
              <a:solidFill>
                <a:srgbClr val="000000"/>
              </a:solidFill>
            </a:endParaRPr>
          </a:p>
        </p:txBody>
      </p:sp>
      <p:sp>
        <p:nvSpPr>
          <p:cNvPr id="20" name="Rettangolo con angoli arrotondati 19">
            <a:extLst>
              <a:ext uri="{FF2B5EF4-FFF2-40B4-BE49-F238E27FC236}">
                <a16:creationId xmlns:a16="http://schemas.microsoft.com/office/drawing/2014/main" id="{086F1860-A234-2827-416A-E0441AB62B58}"/>
              </a:ext>
            </a:extLst>
          </p:cNvPr>
          <p:cNvSpPr/>
          <p:nvPr/>
        </p:nvSpPr>
        <p:spPr bwMode="auto">
          <a:xfrm>
            <a:off x="6599076" y="3123275"/>
            <a:ext cx="1872209" cy="2270394"/>
          </a:xfrm>
          <a:prstGeom prst="roundRect">
            <a:avLst/>
          </a:prstGeom>
          <a:solidFill>
            <a:srgbClr val="790022">
              <a:alpha val="9000"/>
            </a:srgbClr>
          </a:solidFill>
          <a:ln>
            <a:solidFill>
              <a:srgbClr val="790022"/>
            </a:solidFill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algn="ctr"/>
            <a:endParaRPr lang="it-IT" sz="2000" dirty="0">
              <a:solidFill>
                <a:srgbClr val="000000"/>
              </a:solidFill>
              <a:latin typeface="+mn-lt"/>
            </a:endParaRPr>
          </a:p>
        </p:txBody>
      </p:sp>
      <p:sp>
        <p:nvSpPr>
          <p:cNvPr id="21" name="CasellaDiTesto 20">
            <a:extLst>
              <a:ext uri="{FF2B5EF4-FFF2-40B4-BE49-F238E27FC236}">
                <a16:creationId xmlns:a16="http://schemas.microsoft.com/office/drawing/2014/main" id="{F6F1BB6C-EB68-CB46-A569-D0927B0B079F}"/>
              </a:ext>
            </a:extLst>
          </p:cNvPr>
          <p:cNvSpPr txBox="1"/>
          <p:nvPr/>
        </p:nvSpPr>
        <p:spPr bwMode="auto">
          <a:xfrm>
            <a:off x="6599075" y="3751138"/>
            <a:ext cx="1905000" cy="163121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0" indent="0" algn="just">
              <a:buNone/>
            </a:pPr>
            <a:r>
              <a:rPr lang="it-IT" sz="2000" dirty="0">
                <a:solidFill>
                  <a:srgbClr val="000000"/>
                </a:solidFill>
              </a:rPr>
              <a:t>Si compattano  con esecuzioni in parallelo o se ne fissa il numero a priori</a:t>
            </a:r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3580274212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spd="med">
        <p159:morph option="byObject"/>
      </p:transition>
    </mc:Choice>
    <mc:Fallback>
      <p:transition spd="med">
        <p:fade/>
      </p:transition>
    </mc:Fallback>
  </mc:AlternateConten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Segnaposto piè di pagina 4">
            <a:extLst>
              <a:ext uri="{FF2B5EF4-FFF2-40B4-BE49-F238E27FC236}">
                <a16:creationId xmlns:a16="http://schemas.microsoft.com/office/drawing/2014/main" id="{713867C7-99F0-42C1-BDF1-1330231C60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295400" y="6219825"/>
            <a:ext cx="2895600" cy="457200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rgbClr val="822433"/>
              </a:buClr>
              <a:buChar char="•"/>
              <a:defRPr sz="24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16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14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12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r>
              <a:rPr lang="it-IT" altLang="it-IT" sz="1100" dirty="0" err="1">
                <a:solidFill>
                  <a:schemeClr val="bg1"/>
                </a:solidFill>
              </a:rPr>
              <a:t>Integrating</a:t>
            </a:r>
            <a:r>
              <a:rPr lang="it-IT" altLang="it-IT" sz="1100" dirty="0">
                <a:solidFill>
                  <a:schemeClr val="bg1"/>
                </a:solidFill>
              </a:rPr>
              <a:t> Zero-Knowledge in SCAPI</a:t>
            </a:r>
          </a:p>
        </p:txBody>
      </p:sp>
      <p:sp>
        <p:nvSpPr>
          <p:cNvPr id="6" name="Segnaposto data 3">
            <a:extLst>
              <a:ext uri="{FF2B5EF4-FFF2-40B4-BE49-F238E27FC236}">
                <a16:creationId xmlns:a16="http://schemas.microsoft.com/office/drawing/2014/main" id="{55BEB4CF-D7F4-07C6-F774-7F44CFB6B3E3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343400" y="6146800"/>
            <a:ext cx="1905000" cy="457200"/>
          </a:xfrm>
        </p:spPr>
        <p:txBody>
          <a:bodyPr/>
          <a:lstStyle/>
          <a:p>
            <a:r>
              <a:rPr lang="it-IT" altLang="it-IT" dirty="0">
                <a:solidFill>
                  <a:schemeClr val="bg1"/>
                </a:solidFill>
              </a:rPr>
              <a:t>11/12/2023</a:t>
            </a:r>
          </a:p>
          <a:p>
            <a:endParaRPr lang="it-IT" altLang="it-IT" dirty="0"/>
          </a:p>
        </p:txBody>
      </p:sp>
      <p:sp>
        <p:nvSpPr>
          <p:cNvPr id="2" name="Segnaposto numero diapositiva 5">
            <a:extLst>
              <a:ext uri="{FF2B5EF4-FFF2-40B4-BE49-F238E27FC236}">
                <a16:creationId xmlns:a16="http://schemas.microsoft.com/office/drawing/2014/main" id="{23CDD47C-4CEB-8639-F2E7-D6D2F85D31A7}"/>
              </a:ext>
            </a:extLst>
          </p:cNvPr>
          <p:cNvSpPr txBox="1">
            <a:spLocks/>
          </p:cNvSpPr>
          <p:nvPr/>
        </p:nvSpPr>
        <p:spPr bwMode="auto">
          <a:xfrm>
            <a:off x="6548472" y="6146800"/>
            <a:ext cx="19050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defPPr>
              <a:defRPr lang="it-IT"/>
            </a:defPPr>
            <a:lvl1pPr algn="r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22433"/>
              </a:buClr>
              <a:buChar char="•"/>
              <a:defRPr sz="2400" kern="12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 kern="12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1600" kern="12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1400" kern="12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 kern="12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defRPr>
            </a:lvl5pPr>
            <a:lvl6pPr marL="2514600" indent="-228600" algn="l" defTabSz="914400" rtl="0" eaLnBrk="0" fontAlgn="base" latinLnBrk="0" hangingPunct="0">
              <a:spcBef>
                <a:spcPct val="20000"/>
              </a:spcBef>
              <a:spcAft>
                <a:spcPct val="0"/>
              </a:spcAft>
              <a:buChar char="»"/>
              <a:defRPr sz="1200" kern="12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defRPr>
            </a:lvl6pPr>
            <a:lvl7pPr marL="2971800" indent="-228600" algn="l" defTabSz="914400" rtl="0" eaLnBrk="0" fontAlgn="base" latinLnBrk="0" hangingPunct="0">
              <a:spcBef>
                <a:spcPct val="20000"/>
              </a:spcBef>
              <a:spcAft>
                <a:spcPct val="0"/>
              </a:spcAft>
              <a:buChar char="»"/>
              <a:defRPr sz="1200" kern="12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defRPr>
            </a:lvl7pPr>
            <a:lvl8pPr marL="3429000" indent="-228600" algn="l" defTabSz="914400" rtl="0" eaLnBrk="0" fontAlgn="base" latinLnBrk="0" hangingPunct="0">
              <a:spcBef>
                <a:spcPct val="20000"/>
              </a:spcBef>
              <a:spcAft>
                <a:spcPct val="0"/>
              </a:spcAft>
              <a:buChar char="»"/>
              <a:defRPr sz="1200" kern="12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defRPr>
            </a:lvl8pPr>
            <a:lvl9pPr marL="3886200" indent="-228600" algn="l" defTabSz="914400" rtl="0" eaLnBrk="0" fontAlgn="base" latinLnBrk="0" hangingPunct="0">
              <a:spcBef>
                <a:spcPct val="20000"/>
              </a:spcBef>
              <a:spcAft>
                <a:spcPct val="0"/>
              </a:spcAft>
              <a:buChar char="»"/>
              <a:defRPr sz="1200" kern="12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r>
              <a:rPr lang="it-IT" altLang="it-IT" sz="1100" dirty="0">
                <a:solidFill>
                  <a:schemeClr val="bg1"/>
                </a:solidFill>
              </a:rPr>
              <a:t>Pagina 4</a:t>
            </a:r>
          </a:p>
        </p:txBody>
      </p:sp>
      <p:sp>
        <p:nvSpPr>
          <p:cNvPr id="4" name="Rectangle 2">
            <a:extLst>
              <a:ext uri="{FF2B5EF4-FFF2-40B4-BE49-F238E27FC236}">
                <a16:creationId xmlns:a16="http://schemas.microsoft.com/office/drawing/2014/main" id="{08C22CE2-C3D6-2049-0DF7-E203F0E1DD6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0" y="368275"/>
            <a:ext cx="9144000" cy="5048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2400" b="1" kern="1200">
                <a:solidFill>
                  <a:srgbClr val="822433"/>
                </a:solidFill>
                <a:latin typeface="+mj-lt"/>
                <a:ea typeface="+mj-ea"/>
                <a:cs typeface="+mj-cs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822433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822433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822433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822433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822433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822433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822433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822433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algn="ctr" eaLnBrk="1" hangingPunct="1"/>
            <a:r>
              <a:rPr lang="it-IT" altLang="it-IT" dirty="0"/>
              <a:t>Zero-Knowledge</a:t>
            </a:r>
          </a:p>
        </p:txBody>
      </p:sp>
      <p:sp>
        <p:nvSpPr>
          <p:cNvPr id="12" name="CasellaDiTesto 11">
            <a:extLst>
              <a:ext uri="{FF2B5EF4-FFF2-40B4-BE49-F238E27FC236}">
                <a16:creationId xmlns:a16="http://schemas.microsoft.com/office/drawing/2014/main" id="{7F04C697-35BE-7767-1F03-ED4159BFCE69}"/>
              </a:ext>
            </a:extLst>
          </p:cNvPr>
          <p:cNvSpPr txBox="1"/>
          <p:nvPr/>
        </p:nvSpPr>
        <p:spPr bwMode="auto">
          <a:xfrm>
            <a:off x="1175657" y="1147665"/>
            <a:ext cx="7203233" cy="132343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0" indent="0" algn="just">
              <a:buNone/>
            </a:pPr>
            <a:r>
              <a:rPr lang="it-IT" sz="2000" dirty="0">
                <a:solidFill>
                  <a:srgbClr val="000000"/>
                </a:solidFill>
              </a:rPr>
              <a:t>L’obiettivo del </a:t>
            </a:r>
            <a:r>
              <a:rPr lang="it-IT" sz="2000" dirty="0" err="1">
                <a:solidFill>
                  <a:srgbClr val="000000"/>
                </a:solidFill>
              </a:rPr>
              <a:t>Prover</a:t>
            </a:r>
            <a:r>
              <a:rPr lang="it-IT" sz="2000" dirty="0">
                <a:solidFill>
                  <a:srgbClr val="000000"/>
                </a:solidFill>
              </a:rPr>
              <a:t> è quello di provare di essere a conoscenza di una certa informazione senza diffondere dettagli circa l’informazione stessa. Spesso si considera il caso in cui anche il Verificatore V possa essere malevolo.</a:t>
            </a:r>
            <a:endParaRPr lang="en-US" sz="2000" dirty="0">
              <a:solidFill>
                <a:srgbClr val="000000"/>
              </a:solidFill>
            </a:endParaRPr>
          </a:p>
        </p:txBody>
      </p:sp>
      <p:sp>
        <p:nvSpPr>
          <p:cNvPr id="3" name="Rettangolo con angoli arrotondati 1">
            <a:extLst>
              <a:ext uri="{FF2B5EF4-FFF2-40B4-BE49-F238E27FC236}">
                <a16:creationId xmlns:a16="http://schemas.microsoft.com/office/drawing/2014/main" id="{50A89CB4-8746-FE80-9D2C-7F03858A46A3}"/>
              </a:ext>
            </a:extLst>
          </p:cNvPr>
          <p:cNvSpPr/>
          <p:nvPr/>
        </p:nvSpPr>
        <p:spPr bwMode="auto">
          <a:xfrm>
            <a:off x="792606" y="2717862"/>
            <a:ext cx="1872208" cy="792088"/>
          </a:xfrm>
          <a:prstGeom prst="roundRect">
            <a:avLst/>
          </a:prstGeom>
          <a:solidFill>
            <a:srgbClr val="790022"/>
          </a:solidFill>
          <a:ln>
            <a:noFill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endParaRPr lang="it-IT"/>
          </a:p>
        </p:txBody>
      </p:sp>
      <p:sp>
        <p:nvSpPr>
          <p:cNvPr id="5" name="Titolo 1">
            <a:extLst>
              <a:ext uri="{FF2B5EF4-FFF2-40B4-BE49-F238E27FC236}">
                <a16:creationId xmlns:a16="http://schemas.microsoft.com/office/drawing/2014/main" id="{751707F1-A3ED-8B6F-67D1-1FB15173E62C}"/>
              </a:ext>
            </a:extLst>
          </p:cNvPr>
          <p:cNvSpPr txBox="1">
            <a:spLocks/>
          </p:cNvSpPr>
          <p:nvPr/>
        </p:nvSpPr>
        <p:spPr bwMode="auto">
          <a:xfrm>
            <a:off x="792606" y="2751206"/>
            <a:ext cx="1872208" cy="5048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2400" b="1" kern="1200">
                <a:solidFill>
                  <a:srgbClr val="822433"/>
                </a:solidFill>
                <a:latin typeface="+mj-lt"/>
                <a:ea typeface="+mj-ea"/>
                <a:cs typeface="+mj-cs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822433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822433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822433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822433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822433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822433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822433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822433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algn="ctr"/>
            <a:r>
              <a:rPr lang="it-IT" sz="2000" b="0" dirty="0">
                <a:solidFill>
                  <a:schemeClr val="bg1"/>
                </a:solidFill>
              </a:rPr>
              <a:t>Caratteristiche generali</a:t>
            </a:r>
          </a:p>
        </p:txBody>
      </p:sp>
      <p:sp>
        <p:nvSpPr>
          <p:cNvPr id="7" name="Rettangolo con angoli arrotondati 1">
            <a:extLst>
              <a:ext uri="{FF2B5EF4-FFF2-40B4-BE49-F238E27FC236}">
                <a16:creationId xmlns:a16="http://schemas.microsoft.com/office/drawing/2014/main" id="{DAD9DCEC-EFBE-9BB4-42FF-F9EC3CAA000B}"/>
              </a:ext>
            </a:extLst>
          </p:cNvPr>
          <p:cNvSpPr/>
          <p:nvPr/>
        </p:nvSpPr>
        <p:spPr bwMode="auto">
          <a:xfrm>
            <a:off x="3712720" y="2717862"/>
            <a:ext cx="1872208" cy="792088"/>
          </a:xfrm>
          <a:prstGeom prst="roundRect">
            <a:avLst/>
          </a:prstGeom>
          <a:solidFill>
            <a:srgbClr val="790022"/>
          </a:solidFill>
          <a:ln>
            <a:noFill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endParaRPr lang="it-IT"/>
          </a:p>
        </p:txBody>
      </p:sp>
      <p:sp>
        <p:nvSpPr>
          <p:cNvPr id="8" name="Titolo 1">
            <a:extLst>
              <a:ext uri="{FF2B5EF4-FFF2-40B4-BE49-F238E27FC236}">
                <a16:creationId xmlns:a16="http://schemas.microsoft.com/office/drawing/2014/main" id="{8F53235F-F595-F06D-F0D0-9DBEDFADADE8}"/>
              </a:ext>
            </a:extLst>
          </p:cNvPr>
          <p:cNvSpPr txBox="1">
            <a:spLocks/>
          </p:cNvSpPr>
          <p:nvPr/>
        </p:nvSpPr>
        <p:spPr bwMode="auto">
          <a:xfrm>
            <a:off x="3712720" y="2751207"/>
            <a:ext cx="1872208" cy="5048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2400" b="1" kern="1200">
                <a:solidFill>
                  <a:srgbClr val="822433"/>
                </a:solidFill>
                <a:latin typeface="+mj-lt"/>
                <a:ea typeface="+mj-ea"/>
                <a:cs typeface="+mj-cs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822433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822433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822433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822433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822433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822433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822433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822433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algn="ctr"/>
            <a:r>
              <a:rPr lang="it-IT" sz="2000" b="0" dirty="0">
                <a:solidFill>
                  <a:schemeClr val="bg1"/>
                </a:solidFill>
              </a:rPr>
              <a:t>Round non costanti</a:t>
            </a:r>
            <a:endParaRPr lang="it-IT" b="0" dirty="0">
              <a:solidFill>
                <a:schemeClr val="bg1"/>
              </a:solidFill>
            </a:endParaRPr>
          </a:p>
        </p:txBody>
      </p:sp>
      <p:sp>
        <p:nvSpPr>
          <p:cNvPr id="10" name="Rettangolo con angoli arrotondati 1">
            <a:extLst>
              <a:ext uri="{FF2B5EF4-FFF2-40B4-BE49-F238E27FC236}">
                <a16:creationId xmlns:a16="http://schemas.microsoft.com/office/drawing/2014/main" id="{D1E1BB8B-C045-53FA-FD66-616066875DDE}"/>
              </a:ext>
            </a:extLst>
          </p:cNvPr>
          <p:cNvSpPr/>
          <p:nvPr/>
        </p:nvSpPr>
        <p:spPr bwMode="auto">
          <a:xfrm>
            <a:off x="6581264" y="2717862"/>
            <a:ext cx="1872208" cy="792088"/>
          </a:xfrm>
          <a:prstGeom prst="roundRect">
            <a:avLst/>
          </a:prstGeom>
          <a:solidFill>
            <a:srgbClr val="790022"/>
          </a:solidFill>
          <a:ln>
            <a:noFill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endParaRPr lang="it-IT"/>
          </a:p>
        </p:txBody>
      </p:sp>
      <p:sp>
        <p:nvSpPr>
          <p:cNvPr id="11" name="Titolo 1">
            <a:extLst>
              <a:ext uri="{FF2B5EF4-FFF2-40B4-BE49-F238E27FC236}">
                <a16:creationId xmlns:a16="http://schemas.microsoft.com/office/drawing/2014/main" id="{57C44A4B-617E-31A4-7F1D-B3E6C13EA23D}"/>
              </a:ext>
            </a:extLst>
          </p:cNvPr>
          <p:cNvSpPr txBox="1">
            <a:spLocks/>
          </p:cNvSpPr>
          <p:nvPr/>
        </p:nvSpPr>
        <p:spPr bwMode="auto">
          <a:xfrm>
            <a:off x="6581264" y="2751206"/>
            <a:ext cx="1872208" cy="5048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2400" b="1" kern="1200">
                <a:solidFill>
                  <a:srgbClr val="822433"/>
                </a:solidFill>
                <a:latin typeface="+mj-lt"/>
                <a:ea typeface="+mj-ea"/>
                <a:cs typeface="+mj-cs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822433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822433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822433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822433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822433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822433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822433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822433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algn="ctr"/>
            <a:r>
              <a:rPr lang="it-IT" sz="2000" b="0" dirty="0">
                <a:solidFill>
                  <a:schemeClr val="bg1"/>
                </a:solidFill>
              </a:rPr>
              <a:t>Round</a:t>
            </a:r>
          </a:p>
          <a:p>
            <a:pPr algn="ctr"/>
            <a:r>
              <a:rPr lang="it-IT" sz="2000" b="0" dirty="0">
                <a:solidFill>
                  <a:schemeClr val="bg1"/>
                </a:solidFill>
              </a:rPr>
              <a:t>costanti</a:t>
            </a:r>
            <a:endParaRPr lang="it-IT" b="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077521273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spd="med">
        <p159:morph option="byObject"/>
      </p:transition>
    </mc:Choice>
    <mc:Fallback>
      <p:transition spd="med">
        <p:fade/>
      </p:transition>
    </mc:Fallback>
  </mc:AlternateContent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Segnaposto piè di pagina 4">
            <a:extLst>
              <a:ext uri="{FF2B5EF4-FFF2-40B4-BE49-F238E27FC236}">
                <a16:creationId xmlns:a16="http://schemas.microsoft.com/office/drawing/2014/main" id="{713867C7-99F0-42C1-BDF1-1330231C60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295400" y="6219825"/>
            <a:ext cx="2895600" cy="457200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rgbClr val="822433"/>
              </a:buClr>
              <a:buChar char="•"/>
              <a:defRPr sz="24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16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14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12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r>
              <a:rPr lang="it-IT" altLang="it-IT" sz="1100" dirty="0" err="1">
                <a:solidFill>
                  <a:schemeClr val="bg1"/>
                </a:solidFill>
              </a:rPr>
              <a:t>Integrating</a:t>
            </a:r>
            <a:r>
              <a:rPr lang="it-IT" altLang="it-IT" sz="1100" dirty="0">
                <a:solidFill>
                  <a:schemeClr val="bg1"/>
                </a:solidFill>
              </a:rPr>
              <a:t> Zero-Knowledge in SCAPI</a:t>
            </a:r>
          </a:p>
        </p:txBody>
      </p:sp>
      <p:sp>
        <p:nvSpPr>
          <p:cNvPr id="6" name="Segnaposto data 3">
            <a:extLst>
              <a:ext uri="{FF2B5EF4-FFF2-40B4-BE49-F238E27FC236}">
                <a16:creationId xmlns:a16="http://schemas.microsoft.com/office/drawing/2014/main" id="{55BEB4CF-D7F4-07C6-F774-7F44CFB6B3E3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343400" y="6146800"/>
            <a:ext cx="1905000" cy="457200"/>
          </a:xfrm>
        </p:spPr>
        <p:txBody>
          <a:bodyPr/>
          <a:lstStyle/>
          <a:p>
            <a:r>
              <a:rPr lang="it-IT" altLang="it-IT" dirty="0">
                <a:solidFill>
                  <a:schemeClr val="bg1"/>
                </a:solidFill>
              </a:rPr>
              <a:t>11/12/2023</a:t>
            </a:r>
          </a:p>
          <a:p>
            <a:endParaRPr lang="it-IT" altLang="it-IT" dirty="0"/>
          </a:p>
        </p:txBody>
      </p:sp>
      <p:sp>
        <p:nvSpPr>
          <p:cNvPr id="2" name="Segnaposto numero diapositiva 5">
            <a:extLst>
              <a:ext uri="{FF2B5EF4-FFF2-40B4-BE49-F238E27FC236}">
                <a16:creationId xmlns:a16="http://schemas.microsoft.com/office/drawing/2014/main" id="{23CDD47C-4CEB-8639-F2E7-D6D2F85D31A7}"/>
              </a:ext>
            </a:extLst>
          </p:cNvPr>
          <p:cNvSpPr txBox="1">
            <a:spLocks/>
          </p:cNvSpPr>
          <p:nvPr/>
        </p:nvSpPr>
        <p:spPr bwMode="auto">
          <a:xfrm>
            <a:off x="6548472" y="6146800"/>
            <a:ext cx="19050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defPPr>
              <a:defRPr lang="it-IT"/>
            </a:defPPr>
            <a:lvl1pPr algn="r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22433"/>
              </a:buClr>
              <a:buChar char="•"/>
              <a:defRPr sz="2400" kern="12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 kern="12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1600" kern="12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1400" kern="12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 kern="12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defRPr>
            </a:lvl5pPr>
            <a:lvl6pPr marL="2514600" indent="-228600" algn="l" defTabSz="914400" rtl="0" eaLnBrk="0" fontAlgn="base" latinLnBrk="0" hangingPunct="0">
              <a:spcBef>
                <a:spcPct val="20000"/>
              </a:spcBef>
              <a:spcAft>
                <a:spcPct val="0"/>
              </a:spcAft>
              <a:buChar char="»"/>
              <a:defRPr sz="1200" kern="12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defRPr>
            </a:lvl6pPr>
            <a:lvl7pPr marL="2971800" indent="-228600" algn="l" defTabSz="914400" rtl="0" eaLnBrk="0" fontAlgn="base" latinLnBrk="0" hangingPunct="0">
              <a:spcBef>
                <a:spcPct val="20000"/>
              </a:spcBef>
              <a:spcAft>
                <a:spcPct val="0"/>
              </a:spcAft>
              <a:buChar char="»"/>
              <a:defRPr sz="1200" kern="12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defRPr>
            </a:lvl7pPr>
            <a:lvl8pPr marL="3429000" indent="-228600" algn="l" defTabSz="914400" rtl="0" eaLnBrk="0" fontAlgn="base" latinLnBrk="0" hangingPunct="0">
              <a:spcBef>
                <a:spcPct val="20000"/>
              </a:spcBef>
              <a:spcAft>
                <a:spcPct val="0"/>
              </a:spcAft>
              <a:buChar char="»"/>
              <a:defRPr sz="1200" kern="12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defRPr>
            </a:lvl8pPr>
            <a:lvl9pPr marL="3886200" indent="-228600" algn="l" defTabSz="914400" rtl="0" eaLnBrk="0" fontAlgn="base" latinLnBrk="0" hangingPunct="0">
              <a:spcBef>
                <a:spcPct val="20000"/>
              </a:spcBef>
              <a:spcAft>
                <a:spcPct val="0"/>
              </a:spcAft>
              <a:buChar char="»"/>
              <a:defRPr sz="1200" kern="12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r>
              <a:rPr lang="it-IT" altLang="it-IT" sz="1100" dirty="0">
                <a:solidFill>
                  <a:schemeClr val="bg1"/>
                </a:solidFill>
              </a:rPr>
              <a:t>Pagina 4</a:t>
            </a:r>
          </a:p>
        </p:txBody>
      </p:sp>
      <p:sp>
        <p:nvSpPr>
          <p:cNvPr id="4" name="Rectangle 2">
            <a:extLst>
              <a:ext uri="{FF2B5EF4-FFF2-40B4-BE49-F238E27FC236}">
                <a16:creationId xmlns:a16="http://schemas.microsoft.com/office/drawing/2014/main" id="{08C22CE2-C3D6-2049-0DF7-E203F0E1DD6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0" y="368275"/>
            <a:ext cx="9144000" cy="5048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2400" b="1" kern="1200">
                <a:solidFill>
                  <a:srgbClr val="822433"/>
                </a:solidFill>
                <a:latin typeface="+mj-lt"/>
                <a:ea typeface="+mj-ea"/>
                <a:cs typeface="+mj-cs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822433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822433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822433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822433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822433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822433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822433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822433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algn="ctr" eaLnBrk="1" hangingPunct="1"/>
            <a:r>
              <a:rPr lang="it-IT" altLang="it-IT" dirty="0"/>
              <a:t>Zero-Knowledge</a:t>
            </a:r>
          </a:p>
        </p:txBody>
      </p:sp>
      <p:sp>
        <p:nvSpPr>
          <p:cNvPr id="12" name="CasellaDiTesto 11">
            <a:extLst>
              <a:ext uri="{FF2B5EF4-FFF2-40B4-BE49-F238E27FC236}">
                <a16:creationId xmlns:a16="http://schemas.microsoft.com/office/drawing/2014/main" id="{7F04C697-35BE-7767-1F03-ED4159BFCE69}"/>
              </a:ext>
            </a:extLst>
          </p:cNvPr>
          <p:cNvSpPr txBox="1"/>
          <p:nvPr/>
        </p:nvSpPr>
        <p:spPr bwMode="auto">
          <a:xfrm>
            <a:off x="1175657" y="1147665"/>
            <a:ext cx="7203233" cy="132343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0" indent="0" algn="just">
              <a:buNone/>
            </a:pPr>
            <a:r>
              <a:rPr lang="it-IT" sz="2000" dirty="0">
                <a:solidFill>
                  <a:srgbClr val="000000"/>
                </a:solidFill>
              </a:rPr>
              <a:t>L’obiettivo del </a:t>
            </a:r>
            <a:r>
              <a:rPr lang="it-IT" sz="2000" dirty="0" err="1">
                <a:solidFill>
                  <a:srgbClr val="000000"/>
                </a:solidFill>
              </a:rPr>
              <a:t>Prover</a:t>
            </a:r>
            <a:r>
              <a:rPr lang="it-IT" sz="2000" dirty="0">
                <a:solidFill>
                  <a:srgbClr val="000000"/>
                </a:solidFill>
              </a:rPr>
              <a:t> è quello di provare di essere a conoscenza di una certa informazione senza diffondere dettagli circa l’informazione stessa. Spesso si considera il caso in cui anche il Verificatore V possa essere malevolo.</a:t>
            </a:r>
            <a:endParaRPr lang="en-US" sz="2000" dirty="0">
              <a:solidFill>
                <a:srgbClr val="000000"/>
              </a:solidFill>
            </a:endParaRPr>
          </a:p>
        </p:txBody>
      </p:sp>
      <p:sp>
        <p:nvSpPr>
          <p:cNvPr id="3" name="Rettangolo con angoli arrotondati 1">
            <a:extLst>
              <a:ext uri="{FF2B5EF4-FFF2-40B4-BE49-F238E27FC236}">
                <a16:creationId xmlns:a16="http://schemas.microsoft.com/office/drawing/2014/main" id="{50A89CB4-8746-FE80-9D2C-7F03858A46A3}"/>
              </a:ext>
            </a:extLst>
          </p:cNvPr>
          <p:cNvSpPr/>
          <p:nvPr/>
        </p:nvSpPr>
        <p:spPr bwMode="auto">
          <a:xfrm>
            <a:off x="792606" y="2717862"/>
            <a:ext cx="1872208" cy="792088"/>
          </a:xfrm>
          <a:prstGeom prst="roundRect">
            <a:avLst/>
          </a:prstGeom>
          <a:solidFill>
            <a:srgbClr val="790022"/>
          </a:solidFill>
          <a:ln>
            <a:noFill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endParaRPr lang="it-IT"/>
          </a:p>
        </p:txBody>
      </p:sp>
      <p:sp>
        <p:nvSpPr>
          <p:cNvPr id="5" name="Titolo 1">
            <a:extLst>
              <a:ext uri="{FF2B5EF4-FFF2-40B4-BE49-F238E27FC236}">
                <a16:creationId xmlns:a16="http://schemas.microsoft.com/office/drawing/2014/main" id="{751707F1-A3ED-8B6F-67D1-1FB15173E62C}"/>
              </a:ext>
            </a:extLst>
          </p:cNvPr>
          <p:cNvSpPr txBox="1">
            <a:spLocks/>
          </p:cNvSpPr>
          <p:nvPr/>
        </p:nvSpPr>
        <p:spPr bwMode="auto">
          <a:xfrm>
            <a:off x="792606" y="2751206"/>
            <a:ext cx="1872208" cy="5048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2400" b="1" kern="1200">
                <a:solidFill>
                  <a:srgbClr val="822433"/>
                </a:solidFill>
                <a:latin typeface="+mj-lt"/>
                <a:ea typeface="+mj-ea"/>
                <a:cs typeface="+mj-cs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822433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822433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822433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822433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822433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822433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822433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822433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algn="ctr"/>
            <a:r>
              <a:rPr lang="it-IT" sz="2000" b="0" dirty="0">
                <a:solidFill>
                  <a:schemeClr val="bg1"/>
                </a:solidFill>
              </a:rPr>
              <a:t>Caratteristiche generali</a:t>
            </a:r>
          </a:p>
        </p:txBody>
      </p:sp>
      <p:sp>
        <p:nvSpPr>
          <p:cNvPr id="7" name="Rettangolo con angoli arrotondati 1">
            <a:extLst>
              <a:ext uri="{FF2B5EF4-FFF2-40B4-BE49-F238E27FC236}">
                <a16:creationId xmlns:a16="http://schemas.microsoft.com/office/drawing/2014/main" id="{DAD9DCEC-EFBE-9BB4-42FF-F9EC3CAA000B}"/>
              </a:ext>
            </a:extLst>
          </p:cNvPr>
          <p:cNvSpPr/>
          <p:nvPr/>
        </p:nvSpPr>
        <p:spPr bwMode="auto">
          <a:xfrm>
            <a:off x="3712720" y="2717862"/>
            <a:ext cx="1872208" cy="792088"/>
          </a:xfrm>
          <a:prstGeom prst="roundRect">
            <a:avLst/>
          </a:prstGeom>
          <a:solidFill>
            <a:srgbClr val="790022"/>
          </a:solidFill>
          <a:ln>
            <a:noFill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endParaRPr lang="it-IT"/>
          </a:p>
        </p:txBody>
      </p:sp>
      <p:sp>
        <p:nvSpPr>
          <p:cNvPr id="8" name="Titolo 1">
            <a:extLst>
              <a:ext uri="{FF2B5EF4-FFF2-40B4-BE49-F238E27FC236}">
                <a16:creationId xmlns:a16="http://schemas.microsoft.com/office/drawing/2014/main" id="{8F53235F-F595-F06D-F0D0-9DBEDFADADE8}"/>
              </a:ext>
            </a:extLst>
          </p:cNvPr>
          <p:cNvSpPr txBox="1">
            <a:spLocks/>
          </p:cNvSpPr>
          <p:nvPr/>
        </p:nvSpPr>
        <p:spPr bwMode="auto">
          <a:xfrm>
            <a:off x="3712720" y="2751207"/>
            <a:ext cx="1872208" cy="5048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2400" b="1" kern="1200">
                <a:solidFill>
                  <a:srgbClr val="822433"/>
                </a:solidFill>
                <a:latin typeface="+mj-lt"/>
                <a:ea typeface="+mj-ea"/>
                <a:cs typeface="+mj-cs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822433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822433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822433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822433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822433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822433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822433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822433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algn="ctr"/>
            <a:r>
              <a:rPr lang="it-IT" sz="2000" b="0" dirty="0">
                <a:solidFill>
                  <a:schemeClr val="bg1"/>
                </a:solidFill>
              </a:rPr>
              <a:t>Round non costanti</a:t>
            </a:r>
            <a:endParaRPr lang="it-IT" b="0" dirty="0">
              <a:solidFill>
                <a:schemeClr val="bg1"/>
              </a:solidFill>
            </a:endParaRPr>
          </a:p>
        </p:txBody>
      </p:sp>
      <p:sp>
        <p:nvSpPr>
          <p:cNvPr id="10" name="Rettangolo con angoli arrotondati 1">
            <a:extLst>
              <a:ext uri="{FF2B5EF4-FFF2-40B4-BE49-F238E27FC236}">
                <a16:creationId xmlns:a16="http://schemas.microsoft.com/office/drawing/2014/main" id="{D1E1BB8B-C045-53FA-FD66-616066875DDE}"/>
              </a:ext>
            </a:extLst>
          </p:cNvPr>
          <p:cNvSpPr/>
          <p:nvPr/>
        </p:nvSpPr>
        <p:spPr bwMode="auto">
          <a:xfrm>
            <a:off x="6581264" y="2717862"/>
            <a:ext cx="1872208" cy="792088"/>
          </a:xfrm>
          <a:prstGeom prst="roundRect">
            <a:avLst/>
          </a:prstGeom>
          <a:solidFill>
            <a:srgbClr val="790022"/>
          </a:solidFill>
          <a:ln>
            <a:noFill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endParaRPr lang="it-IT"/>
          </a:p>
        </p:txBody>
      </p:sp>
      <p:sp>
        <p:nvSpPr>
          <p:cNvPr id="11" name="Titolo 1">
            <a:extLst>
              <a:ext uri="{FF2B5EF4-FFF2-40B4-BE49-F238E27FC236}">
                <a16:creationId xmlns:a16="http://schemas.microsoft.com/office/drawing/2014/main" id="{57C44A4B-617E-31A4-7F1D-B3E6C13EA23D}"/>
              </a:ext>
            </a:extLst>
          </p:cNvPr>
          <p:cNvSpPr txBox="1">
            <a:spLocks/>
          </p:cNvSpPr>
          <p:nvPr/>
        </p:nvSpPr>
        <p:spPr bwMode="auto">
          <a:xfrm>
            <a:off x="6581264" y="2751206"/>
            <a:ext cx="1872208" cy="5048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2400" b="1" kern="1200">
                <a:solidFill>
                  <a:srgbClr val="822433"/>
                </a:solidFill>
                <a:latin typeface="+mj-lt"/>
                <a:ea typeface="+mj-ea"/>
                <a:cs typeface="+mj-cs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822433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822433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822433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822433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822433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822433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822433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822433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algn="ctr"/>
            <a:r>
              <a:rPr lang="it-IT" sz="2000" b="0" dirty="0">
                <a:solidFill>
                  <a:schemeClr val="bg1"/>
                </a:solidFill>
              </a:rPr>
              <a:t>Round</a:t>
            </a:r>
          </a:p>
          <a:p>
            <a:pPr algn="ctr"/>
            <a:r>
              <a:rPr lang="it-IT" sz="2000" b="0" dirty="0">
                <a:solidFill>
                  <a:schemeClr val="bg1"/>
                </a:solidFill>
              </a:rPr>
              <a:t>costanti</a:t>
            </a:r>
            <a:endParaRPr lang="it-IT" b="0" dirty="0">
              <a:solidFill>
                <a:schemeClr val="bg1"/>
              </a:solidFill>
            </a:endParaRPr>
          </a:p>
        </p:txBody>
      </p:sp>
      <p:sp>
        <p:nvSpPr>
          <p:cNvPr id="17" name="Rettangolo con angoli arrotondati 1">
            <a:extLst>
              <a:ext uri="{FF2B5EF4-FFF2-40B4-BE49-F238E27FC236}">
                <a16:creationId xmlns:a16="http://schemas.microsoft.com/office/drawing/2014/main" id="{00DFFC9F-A9FD-508E-EC1E-943B4853AC8B}"/>
              </a:ext>
            </a:extLst>
          </p:cNvPr>
          <p:cNvSpPr/>
          <p:nvPr/>
        </p:nvSpPr>
        <p:spPr bwMode="auto">
          <a:xfrm>
            <a:off x="792606" y="3763868"/>
            <a:ext cx="1872208" cy="792088"/>
          </a:xfrm>
          <a:prstGeom prst="roundRect">
            <a:avLst/>
          </a:prstGeom>
          <a:solidFill>
            <a:srgbClr val="790022"/>
          </a:solidFill>
          <a:ln>
            <a:noFill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endParaRPr lang="it-IT"/>
          </a:p>
        </p:txBody>
      </p:sp>
      <p:sp>
        <p:nvSpPr>
          <p:cNvPr id="18" name="Titolo 1">
            <a:extLst>
              <a:ext uri="{FF2B5EF4-FFF2-40B4-BE49-F238E27FC236}">
                <a16:creationId xmlns:a16="http://schemas.microsoft.com/office/drawing/2014/main" id="{4B7863A2-1B12-EF4C-61B6-0CF2F49ADC78}"/>
              </a:ext>
            </a:extLst>
          </p:cNvPr>
          <p:cNvSpPr txBox="1">
            <a:spLocks/>
          </p:cNvSpPr>
          <p:nvPr/>
        </p:nvSpPr>
        <p:spPr bwMode="auto">
          <a:xfrm>
            <a:off x="792606" y="3907499"/>
            <a:ext cx="1872208" cy="5048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2400" b="1" kern="1200">
                <a:solidFill>
                  <a:srgbClr val="822433"/>
                </a:solidFill>
                <a:latin typeface="+mj-lt"/>
                <a:ea typeface="+mj-ea"/>
                <a:cs typeface="+mj-cs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822433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822433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822433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822433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822433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822433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822433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822433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algn="ctr"/>
            <a:r>
              <a:rPr lang="it-IT" sz="1800" b="0" dirty="0">
                <a:solidFill>
                  <a:schemeClr val="bg1"/>
                </a:solidFill>
              </a:rPr>
              <a:t>HVZK</a:t>
            </a:r>
            <a:endParaRPr lang="it-IT" sz="2000" b="0" dirty="0">
              <a:solidFill>
                <a:schemeClr val="bg1"/>
              </a:solidFill>
            </a:endParaRPr>
          </a:p>
        </p:txBody>
      </p:sp>
      <p:sp>
        <p:nvSpPr>
          <p:cNvPr id="19" name="Rettangolo con angoli arrotondati 1">
            <a:extLst>
              <a:ext uri="{FF2B5EF4-FFF2-40B4-BE49-F238E27FC236}">
                <a16:creationId xmlns:a16="http://schemas.microsoft.com/office/drawing/2014/main" id="{7195CB4D-9F90-AAF1-1846-B8779F251A00}"/>
              </a:ext>
            </a:extLst>
          </p:cNvPr>
          <p:cNvSpPr/>
          <p:nvPr/>
        </p:nvSpPr>
        <p:spPr bwMode="auto">
          <a:xfrm>
            <a:off x="3712720" y="3763868"/>
            <a:ext cx="1872208" cy="792088"/>
          </a:xfrm>
          <a:prstGeom prst="roundRect">
            <a:avLst/>
          </a:prstGeom>
          <a:solidFill>
            <a:srgbClr val="790022"/>
          </a:solidFill>
          <a:ln>
            <a:noFill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endParaRPr lang="it-IT"/>
          </a:p>
        </p:txBody>
      </p:sp>
      <p:sp>
        <p:nvSpPr>
          <p:cNvPr id="22" name="Titolo 1">
            <a:extLst>
              <a:ext uri="{FF2B5EF4-FFF2-40B4-BE49-F238E27FC236}">
                <a16:creationId xmlns:a16="http://schemas.microsoft.com/office/drawing/2014/main" id="{80E21883-D279-915A-8019-D6BB65EEB899}"/>
              </a:ext>
            </a:extLst>
          </p:cNvPr>
          <p:cNvSpPr txBox="1">
            <a:spLocks/>
          </p:cNvSpPr>
          <p:nvPr/>
        </p:nvSpPr>
        <p:spPr bwMode="auto">
          <a:xfrm>
            <a:off x="3712720" y="3907499"/>
            <a:ext cx="1872208" cy="5048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2400" b="1" kern="1200">
                <a:solidFill>
                  <a:srgbClr val="822433"/>
                </a:solidFill>
                <a:latin typeface="+mj-lt"/>
                <a:ea typeface="+mj-ea"/>
                <a:cs typeface="+mj-cs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822433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822433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822433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822433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822433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822433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822433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822433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algn="ctr"/>
            <a:r>
              <a:rPr lang="it-IT" sz="1800" b="0" dirty="0">
                <a:solidFill>
                  <a:schemeClr val="bg1"/>
                </a:solidFill>
              </a:rPr>
              <a:t>NIZK</a:t>
            </a:r>
            <a:endParaRPr lang="it-IT" b="0" dirty="0">
              <a:solidFill>
                <a:schemeClr val="bg1"/>
              </a:solidFill>
            </a:endParaRPr>
          </a:p>
        </p:txBody>
      </p:sp>
      <p:sp>
        <p:nvSpPr>
          <p:cNvPr id="23" name="Rettangolo con angoli arrotondati 1">
            <a:extLst>
              <a:ext uri="{FF2B5EF4-FFF2-40B4-BE49-F238E27FC236}">
                <a16:creationId xmlns:a16="http://schemas.microsoft.com/office/drawing/2014/main" id="{D7A5F815-516E-A785-15CA-28433D09B0BB}"/>
              </a:ext>
            </a:extLst>
          </p:cNvPr>
          <p:cNvSpPr/>
          <p:nvPr/>
        </p:nvSpPr>
        <p:spPr bwMode="auto">
          <a:xfrm>
            <a:off x="6581264" y="3763868"/>
            <a:ext cx="1872208" cy="792088"/>
          </a:xfrm>
          <a:prstGeom prst="roundRect">
            <a:avLst/>
          </a:prstGeom>
          <a:solidFill>
            <a:srgbClr val="790022"/>
          </a:solidFill>
          <a:ln>
            <a:noFill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endParaRPr lang="it-IT"/>
          </a:p>
        </p:txBody>
      </p:sp>
      <p:sp>
        <p:nvSpPr>
          <p:cNvPr id="24" name="Titolo 1">
            <a:extLst>
              <a:ext uri="{FF2B5EF4-FFF2-40B4-BE49-F238E27FC236}">
                <a16:creationId xmlns:a16="http://schemas.microsoft.com/office/drawing/2014/main" id="{89513BE5-82F8-D3D1-09B4-090BBDC734E4}"/>
              </a:ext>
            </a:extLst>
          </p:cNvPr>
          <p:cNvSpPr txBox="1">
            <a:spLocks/>
          </p:cNvSpPr>
          <p:nvPr/>
        </p:nvSpPr>
        <p:spPr bwMode="auto">
          <a:xfrm>
            <a:off x="6581264" y="3797212"/>
            <a:ext cx="1872208" cy="5048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2400" b="1" kern="1200">
                <a:solidFill>
                  <a:srgbClr val="822433"/>
                </a:solidFill>
                <a:latin typeface="+mj-lt"/>
                <a:ea typeface="+mj-ea"/>
                <a:cs typeface="+mj-cs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822433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822433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822433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822433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822433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822433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822433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822433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algn="ctr"/>
            <a:r>
              <a:rPr lang="it-IT" sz="2000" b="0" dirty="0">
                <a:solidFill>
                  <a:schemeClr val="bg1"/>
                </a:solidFill>
              </a:rPr>
              <a:t>Sigma </a:t>
            </a:r>
            <a:r>
              <a:rPr lang="it-IT" sz="2000" b="0" dirty="0" err="1">
                <a:solidFill>
                  <a:schemeClr val="bg1"/>
                </a:solidFill>
              </a:rPr>
              <a:t>Protocols</a:t>
            </a:r>
            <a:endParaRPr lang="it-IT" b="0" dirty="0">
              <a:solidFill>
                <a:schemeClr val="bg1"/>
              </a:solidFill>
            </a:endParaRPr>
          </a:p>
        </p:txBody>
      </p:sp>
      <p:sp>
        <p:nvSpPr>
          <p:cNvPr id="25" name="Rettangolo con angoli arrotondati 24">
            <a:extLst>
              <a:ext uri="{FF2B5EF4-FFF2-40B4-BE49-F238E27FC236}">
                <a16:creationId xmlns:a16="http://schemas.microsoft.com/office/drawing/2014/main" id="{65B7207F-DDC1-04EA-6D5E-EB7B4BC8F62A}"/>
              </a:ext>
            </a:extLst>
          </p:cNvPr>
          <p:cNvSpPr/>
          <p:nvPr/>
        </p:nvSpPr>
        <p:spPr bwMode="auto">
          <a:xfrm>
            <a:off x="792606" y="3797212"/>
            <a:ext cx="1872209" cy="2270394"/>
          </a:xfrm>
          <a:prstGeom prst="roundRect">
            <a:avLst/>
          </a:prstGeom>
          <a:solidFill>
            <a:srgbClr val="790022">
              <a:alpha val="9000"/>
            </a:srgbClr>
          </a:solidFill>
          <a:ln>
            <a:solidFill>
              <a:srgbClr val="790022"/>
            </a:solidFill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algn="ctr"/>
            <a:endParaRPr lang="it-IT" sz="2000" dirty="0">
              <a:solidFill>
                <a:srgbClr val="000000"/>
              </a:solidFill>
              <a:latin typeface="+mn-lt"/>
            </a:endParaRPr>
          </a:p>
        </p:txBody>
      </p:sp>
      <p:sp>
        <p:nvSpPr>
          <p:cNvPr id="26" name="CasellaDiTesto 25">
            <a:extLst>
              <a:ext uri="{FF2B5EF4-FFF2-40B4-BE49-F238E27FC236}">
                <a16:creationId xmlns:a16="http://schemas.microsoft.com/office/drawing/2014/main" id="{63F751DF-9ACC-5EDB-6131-886339171CEE}"/>
              </a:ext>
            </a:extLst>
          </p:cNvPr>
          <p:cNvSpPr txBox="1"/>
          <p:nvPr/>
        </p:nvSpPr>
        <p:spPr bwMode="auto">
          <a:xfrm>
            <a:off x="792606" y="4932409"/>
            <a:ext cx="1872208" cy="70788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0" indent="0" algn="ctr">
              <a:buNone/>
            </a:pPr>
            <a:r>
              <a:rPr lang="it-IT" sz="2000" dirty="0">
                <a:solidFill>
                  <a:srgbClr val="000000"/>
                </a:solidFill>
              </a:rPr>
              <a:t>Il verificatore </a:t>
            </a:r>
          </a:p>
          <a:p>
            <a:pPr marL="0" indent="0" algn="ctr">
              <a:buNone/>
            </a:pPr>
            <a:r>
              <a:rPr lang="it-IT" sz="2000" dirty="0">
                <a:solidFill>
                  <a:srgbClr val="000000"/>
                </a:solidFill>
              </a:rPr>
              <a:t>è semi-onesto</a:t>
            </a:r>
            <a:endParaRPr lang="en-US" sz="2000" dirty="0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53600205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spd="med">
        <p159:morph option="byObject"/>
      </p:transition>
    </mc:Choice>
    <mc:Fallback>
      <p:transition spd="med">
        <p:fade/>
      </p:transition>
    </mc:Fallback>
  </mc:AlternateContent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Segnaposto piè di pagina 4">
            <a:extLst>
              <a:ext uri="{FF2B5EF4-FFF2-40B4-BE49-F238E27FC236}">
                <a16:creationId xmlns:a16="http://schemas.microsoft.com/office/drawing/2014/main" id="{713867C7-99F0-42C1-BDF1-1330231C60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295400" y="6219825"/>
            <a:ext cx="2895600" cy="457200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rgbClr val="822433"/>
              </a:buClr>
              <a:buChar char="•"/>
              <a:defRPr sz="24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16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14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12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r>
              <a:rPr lang="it-IT" altLang="it-IT" sz="1100" dirty="0" err="1">
                <a:solidFill>
                  <a:schemeClr val="bg1"/>
                </a:solidFill>
              </a:rPr>
              <a:t>Integrating</a:t>
            </a:r>
            <a:r>
              <a:rPr lang="it-IT" altLang="it-IT" sz="1100" dirty="0">
                <a:solidFill>
                  <a:schemeClr val="bg1"/>
                </a:solidFill>
              </a:rPr>
              <a:t> Zero-Knowledge in SCAPI</a:t>
            </a:r>
          </a:p>
        </p:txBody>
      </p:sp>
      <p:sp>
        <p:nvSpPr>
          <p:cNvPr id="6" name="Segnaposto data 3">
            <a:extLst>
              <a:ext uri="{FF2B5EF4-FFF2-40B4-BE49-F238E27FC236}">
                <a16:creationId xmlns:a16="http://schemas.microsoft.com/office/drawing/2014/main" id="{55BEB4CF-D7F4-07C6-F774-7F44CFB6B3E3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343400" y="6146800"/>
            <a:ext cx="1905000" cy="457200"/>
          </a:xfrm>
        </p:spPr>
        <p:txBody>
          <a:bodyPr/>
          <a:lstStyle/>
          <a:p>
            <a:r>
              <a:rPr lang="it-IT" altLang="it-IT" dirty="0">
                <a:solidFill>
                  <a:schemeClr val="bg1"/>
                </a:solidFill>
              </a:rPr>
              <a:t>11/12/2023</a:t>
            </a:r>
          </a:p>
          <a:p>
            <a:endParaRPr lang="it-IT" altLang="it-IT" dirty="0"/>
          </a:p>
        </p:txBody>
      </p:sp>
      <p:sp>
        <p:nvSpPr>
          <p:cNvPr id="2" name="Segnaposto numero diapositiva 5">
            <a:extLst>
              <a:ext uri="{FF2B5EF4-FFF2-40B4-BE49-F238E27FC236}">
                <a16:creationId xmlns:a16="http://schemas.microsoft.com/office/drawing/2014/main" id="{23CDD47C-4CEB-8639-F2E7-D6D2F85D31A7}"/>
              </a:ext>
            </a:extLst>
          </p:cNvPr>
          <p:cNvSpPr txBox="1">
            <a:spLocks/>
          </p:cNvSpPr>
          <p:nvPr/>
        </p:nvSpPr>
        <p:spPr bwMode="auto">
          <a:xfrm>
            <a:off x="6548472" y="6146800"/>
            <a:ext cx="19050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defPPr>
              <a:defRPr lang="it-IT"/>
            </a:defPPr>
            <a:lvl1pPr algn="r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22433"/>
              </a:buClr>
              <a:buChar char="•"/>
              <a:defRPr sz="2400" kern="12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 kern="12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1600" kern="12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1400" kern="12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 kern="12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defRPr>
            </a:lvl5pPr>
            <a:lvl6pPr marL="2514600" indent="-228600" algn="l" defTabSz="914400" rtl="0" eaLnBrk="0" fontAlgn="base" latinLnBrk="0" hangingPunct="0">
              <a:spcBef>
                <a:spcPct val="20000"/>
              </a:spcBef>
              <a:spcAft>
                <a:spcPct val="0"/>
              </a:spcAft>
              <a:buChar char="»"/>
              <a:defRPr sz="1200" kern="12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defRPr>
            </a:lvl6pPr>
            <a:lvl7pPr marL="2971800" indent="-228600" algn="l" defTabSz="914400" rtl="0" eaLnBrk="0" fontAlgn="base" latinLnBrk="0" hangingPunct="0">
              <a:spcBef>
                <a:spcPct val="20000"/>
              </a:spcBef>
              <a:spcAft>
                <a:spcPct val="0"/>
              </a:spcAft>
              <a:buChar char="»"/>
              <a:defRPr sz="1200" kern="12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defRPr>
            </a:lvl7pPr>
            <a:lvl8pPr marL="3429000" indent="-228600" algn="l" defTabSz="914400" rtl="0" eaLnBrk="0" fontAlgn="base" latinLnBrk="0" hangingPunct="0">
              <a:spcBef>
                <a:spcPct val="20000"/>
              </a:spcBef>
              <a:spcAft>
                <a:spcPct val="0"/>
              </a:spcAft>
              <a:buChar char="»"/>
              <a:defRPr sz="1200" kern="12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defRPr>
            </a:lvl8pPr>
            <a:lvl9pPr marL="3886200" indent="-228600" algn="l" defTabSz="914400" rtl="0" eaLnBrk="0" fontAlgn="base" latinLnBrk="0" hangingPunct="0">
              <a:spcBef>
                <a:spcPct val="20000"/>
              </a:spcBef>
              <a:spcAft>
                <a:spcPct val="0"/>
              </a:spcAft>
              <a:buChar char="»"/>
              <a:defRPr sz="1200" kern="12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r>
              <a:rPr lang="it-IT" altLang="it-IT" sz="1100" dirty="0">
                <a:solidFill>
                  <a:schemeClr val="bg1"/>
                </a:solidFill>
              </a:rPr>
              <a:t>Pagina 4</a:t>
            </a:r>
          </a:p>
        </p:txBody>
      </p:sp>
      <p:sp>
        <p:nvSpPr>
          <p:cNvPr id="4" name="Rectangle 2">
            <a:extLst>
              <a:ext uri="{FF2B5EF4-FFF2-40B4-BE49-F238E27FC236}">
                <a16:creationId xmlns:a16="http://schemas.microsoft.com/office/drawing/2014/main" id="{08C22CE2-C3D6-2049-0DF7-E203F0E1DD6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0" y="368275"/>
            <a:ext cx="9144000" cy="5048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2400" b="1" kern="1200">
                <a:solidFill>
                  <a:srgbClr val="822433"/>
                </a:solidFill>
                <a:latin typeface="+mj-lt"/>
                <a:ea typeface="+mj-ea"/>
                <a:cs typeface="+mj-cs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822433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822433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822433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822433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822433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822433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822433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822433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algn="ctr" eaLnBrk="1" hangingPunct="1"/>
            <a:r>
              <a:rPr lang="it-IT" altLang="it-IT" dirty="0"/>
              <a:t>Zero-Knowledge</a:t>
            </a:r>
          </a:p>
        </p:txBody>
      </p:sp>
      <p:sp>
        <p:nvSpPr>
          <p:cNvPr id="12" name="CasellaDiTesto 11">
            <a:extLst>
              <a:ext uri="{FF2B5EF4-FFF2-40B4-BE49-F238E27FC236}">
                <a16:creationId xmlns:a16="http://schemas.microsoft.com/office/drawing/2014/main" id="{7F04C697-35BE-7767-1F03-ED4159BFCE69}"/>
              </a:ext>
            </a:extLst>
          </p:cNvPr>
          <p:cNvSpPr txBox="1"/>
          <p:nvPr/>
        </p:nvSpPr>
        <p:spPr bwMode="auto">
          <a:xfrm>
            <a:off x="1175657" y="1147665"/>
            <a:ext cx="7203233" cy="132343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0" indent="0" algn="just">
              <a:buNone/>
            </a:pPr>
            <a:r>
              <a:rPr lang="it-IT" sz="2000" dirty="0">
                <a:solidFill>
                  <a:srgbClr val="000000"/>
                </a:solidFill>
              </a:rPr>
              <a:t>L’obiettivo del </a:t>
            </a:r>
            <a:r>
              <a:rPr lang="it-IT" sz="2000" dirty="0" err="1">
                <a:solidFill>
                  <a:srgbClr val="000000"/>
                </a:solidFill>
              </a:rPr>
              <a:t>Prover</a:t>
            </a:r>
            <a:r>
              <a:rPr lang="it-IT" sz="2000" dirty="0">
                <a:solidFill>
                  <a:srgbClr val="000000"/>
                </a:solidFill>
              </a:rPr>
              <a:t> è quello di provare di essere a conoscenza di una certa informazione senza diffondere dettagli circa l’informazione stessa. Spesso si considera il caso in cui anche il Verificatore V possa essere malevolo.</a:t>
            </a:r>
            <a:endParaRPr lang="en-US" sz="2000" dirty="0">
              <a:solidFill>
                <a:srgbClr val="000000"/>
              </a:solidFill>
            </a:endParaRPr>
          </a:p>
        </p:txBody>
      </p:sp>
      <p:sp>
        <p:nvSpPr>
          <p:cNvPr id="3" name="Rettangolo con angoli arrotondati 1">
            <a:extLst>
              <a:ext uri="{FF2B5EF4-FFF2-40B4-BE49-F238E27FC236}">
                <a16:creationId xmlns:a16="http://schemas.microsoft.com/office/drawing/2014/main" id="{50A89CB4-8746-FE80-9D2C-7F03858A46A3}"/>
              </a:ext>
            </a:extLst>
          </p:cNvPr>
          <p:cNvSpPr/>
          <p:nvPr/>
        </p:nvSpPr>
        <p:spPr bwMode="auto">
          <a:xfrm>
            <a:off x="792606" y="2717862"/>
            <a:ext cx="1872208" cy="792088"/>
          </a:xfrm>
          <a:prstGeom prst="roundRect">
            <a:avLst/>
          </a:prstGeom>
          <a:solidFill>
            <a:srgbClr val="790022"/>
          </a:solidFill>
          <a:ln>
            <a:noFill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endParaRPr lang="it-IT"/>
          </a:p>
        </p:txBody>
      </p:sp>
      <p:sp>
        <p:nvSpPr>
          <p:cNvPr id="5" name="Titolo 1">
            <a:extLst>
              <a:ext uri="{FF2B5EF4-FFF2-40B4-BE49-F238E27FC236}">
                <a16:creationId xmlns:a16="http://schemas.microsoft.com/office/drawing/2014/main" id="{751707F1-A3ED-8B6F-67D1-1FB15173E62C}"/>
              </a:ext>
            </a:extLst>
          </p:cNvPr>
          <p:cNvSpPr txBox="1">
            <a:spLocks/>
          </p:cNvSpPr>
          <p:nvPr/>
        </p:nvSpPr>
        <p:spPr bwMode="auto">
          <a:xfrm>
            <a:off x="792606" y="2751206"/>
            <a:ext cx="1872208" cy="5048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2400" b="1" kern="1200">
                <a:solidFill>
                  <a:srgbClr val="822433"/>
                </a:solidFill>
                <a:latin typeface="+mj-lt"/>
                <a:ea typeface="+mj-ea"/>
                <a:cs typeface="+mj-cs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822433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822433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822433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822433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822433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822433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822433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822433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algn="ctr"/>
            <a:r>
              <a:rPr lang="it-IT" sz="2000" b="0" dirty="0">
                <a:solidFill>
                  <a:schemeClr val="bg1"/>
                </a:solidFill>
              </a:rPr>
              <a:t>Caratteristiche generali</a:t>
            </a:r>
          </a:p>
        </p:txBody>
      </p:sp>
      <p:sp>
        <p:nvSpPr>
          <p:cNvPr id="7" name="Rettangolo con angoli arrotondati 1">
            <a:extLst>
              <a:ext uri="{FF2B5EF4-FFF2-40B4-BE49-F238E27FC236}">
                <a16:creationId xmlns:a16="http://schemas.microsoft.com/office/drawing/2014/main" id="{DAD9DCEC-EFBE-9BB4-42FF-F9EC3CAA000B}"/>
              </a:ext>
            </a:extLst>
          </p:cNvPr>
          <p:cNvSpPr/>
          <p:nvPr/>
        </p:nvSpPr>
        <p:spPr bwMode="auto">
          <a:xfrm>
            <a:off x="3712720" y="2717862"/>
            <a:ext cx="1872208" cy="792088"/>
          </a:xfrm>
          <a:prstGeom prst="roundRect">
            <a:avLst/>
          </a:prstGeom>
          <a:solidFill>
            <a:srgbClr val="790022"/>
          </a:solidFill>
          <a:ln>
            <a:noFill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endParaRPr lang="it-IT"/>
          </a:p>
        </p:txBody>
      </p:sp>
      <p:sp>
        <p:nvSpPr>
          <p:cNvPr id="8" name="Titolo 1">
            <a:extLst>
              <a:ext uri="{FF2B5EF4-FFF2-40B4-BE49-F238E27FC236}">
                <a16:creationId xmlns:a16="http://schemas.microsoft.com/office/drawing/2014/main" id="{8F53235F-F595-F06D-F0D0-9DBEDFADADE8}"/>
              </a:ext>
            </a:extLst>
          </p:cNvPr>
          <p:cNvSpPr txBox="1">
            <a:spLocks/>
          </p:cNvSpPr>
          <p:nvPr/>
        </p:nvSpPr>
        <p:spPr bwMode="auto">
          <a:xfrm>
            <a:off x="3712720" y="2751207"/>
            <a:ext cx="1872208" cy="5048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2400" b="1" kern="1200">
                <a:solidFill>
                  <a:srgbClr val="822433"/>
                </a:solidFill>
                <a:latin typeface="+mj-lt"/>
                <a:ea typeface="+mj-ea"/>
                <a:cs typeface="+mj-cs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822433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822433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822433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822433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822433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822433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822433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822433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algn="ctr"/>
            <a:r>
              <a:rPr lang="it-IT" sz="2000" b="0" dirty="0">
                <a:solidFill>
                  <a:schemeClr val="bg1"/>
                </a:solidFill>
              </a:rPr>
              <a:t>Round non costanti</a:t>
            </a:r>
            <a:endParaRPr lang="it-IT" b="0" dirty="0">
              <a:solidFill>
                <a:schemeClr val="bg1"/>
              </a:solidFill>
            </a:endParaRPr>
          </a:p>
        </p:txBody>
      </p:sp>
      <p:sp>
        <p:nvSpPr>
          <p:cNvPr id="10" name="Rettangolo con angoli arrotondati 1">
            <a:extLst>
              <a:ext uri="{FF2B5EF4-FFF2-40B4-BE49-F238E27FC236}">
                <a16:creationId xmlns:a16="http://schemas.microsoft.com/office/drawing/2014/main" id="{D1E1BB8B-C045-53FA-FD66-616066875DDE}"/>
              </a:ext>
            </a:extLst>
          </p:cNvPr>
          <p:cNvSpPr/>
          <p:nvPr/>
        </p:nvSpPr>
        <p:spPr bwMode="auto">
          <a:xfrm>
            <a:off x="6581264" y="2717862"/>
            <a:ext cx="1872208" cy="792088"/>
          </a:xfrm>
          <a:prstGeom prst="roundRect">
            <a:avLst/>
          </a:prstGeom>
          <a:solidFill>
            <a:srgbClr val="790022"/>
          </a:solidFill>
          <a:ln>
            <a:noFill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endParaRPr lang="it-IT"/>
          </a:p>
        </p:txBody>
      </p:sp>
      <p:sp>
        <p:nvSpPr>
          <p:cNvPr id="11" name="Titolo 1">
            <a:extLst>
              <a:ext uri="{FF2B5EF4-FFF2-40B4-BE49-F238E27FC236}">
                <a16:creationId xmlns:a16="http://schemas.microsoft.com/office/drawing/2014/main" id="{57C44A4B-617E-31A4-7F1D-B3E6C13EA23D}"/>
              </a:ext>
            </a:extLst>
          </p:cNvPr>
          <p:cNvSpPr txBox="1">
            <a:spLocks/>
          </p:cNvSpPr>
          <p:nvPr/>
        </p:nvSpPr>
        <p:spPr bwMode="auto">
          <a:xfrm>
            <a:off x="6581264" y="2751206"/>
            <a:ext cx="1872208" cy="5048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2400" b="1" kern="1200">
                <a:solidFill>
                  <a:srgbClr val="822433"/>
                </a:solidFill>
                <a:latin typeface="+mj-lt"/>
                <a:ea typeface="+mj-ea"/>
                <a:cs typeface="+mj-cs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822433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822433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822433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822433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822433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822433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822433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822433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algn="ctr"/>
            <a:r>
              <a:rPr lang="it-IT" sz="2000" b="0" dirty="0">
                <a:solidFill>
                  <a:schemeClr val="bg1"/>
                </a:solidFill>
              </a:rPr>
              <a:t>Round</a:t>
            </a:r>
          </a:p>
          <a:p>
            <a:pPr algn="ctr"/>
            <a:r>
              <a:rPr lang="it-IT" sz="2000" b="0" dirty="0">
                <a:solidFill>
                  <a:schemeClr val="bg1"/>
                </a:solidFill>
              </a:rPr>
              <a:t>costanti</a:t>
            </a:r>
            <a:endParaRPr lang="it-IT" b="0" dirty="0">
              <a:solidFill>
                <a:schemeClr val="bg1"/>
              </a:solidFill>
            </a:endParaRPr>
          </a:p>
        </p:txBody>
      </p:sp>
      <p:sp>
        <p:nvSpPr>
          <p:cNvPr id="17" name="Rettangolo con angoli arrotondati 1">
            <a:extLst>
              <a:ext uri="{FF2B5EF4-FFF2-40B4-BE49-F238E27FC236}">
                <a16:creationId xmlns:a16="http://schemas.microsoft.com/office/drawing/2014/main" id="{00DFFC9F-A9FD-508E-EC1E-943B4853AC8B}"/>
              </a:ext>
            </a:extLst>
          </p:cNvPr>
          <p:cNvSpPr/>
          <p:nvPr/>
        </p:nvSpPr>
        <p:spPr bwMode="auto">
          <a:xfrm>
            <a:off x="792606" y="3763868"/>
            <a:ext cx="1872208" cy="792088"/>
          </a:xfrm>
          <a:prstGeom prst="roundRect">
            <a:avLst/>
          </a:prstGeom>
          <a:solidFill>
            <a:srgbClr val="790022"/>
          </a:solidFill>
          <a:ln>
            <a:noFill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endParaRPr lang="it-IT"/>
          </a:p>
        </p:txBody>
      </p:sp>
      <p:sp>
        <p:nvSpPr>
          <p:cNvPr id="18" name="Titolo 1">
            <a:extLst>
              <a:ext uri="{FF2B5EF4-FFF2-40B4-BE49-F238E27FC236}">
                <a16:creationId xmlns:a16="http://schemas.microsoft.com/office/drawing/2014/main" id="{4B7863A2-1B12-EF4C-61B6-0CF2F49ADC78}"/>
              </a:ext>
            </a:extLst>
          </p:cNvPr>
          <p:cNvSpPr txBox="1">
            <a:spLocks/>
          </p:cNvSpPr>
          <p:nvPr/>
        </p:nvSpPr>
        <p:spPr bwMode="auto">
          <a:xfrm>
            <a:off x="792606" y="3907499"/>
            <a:ext cx="1872208" cy="5048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2400" b="1" kern="1200">
                <a:solidFill>
                  <a:srgbClr val="822433"/>
                </a:solidFill>
                <a:latin typeface="+mj-lt"/>
                <a:ea typeface="+mj-ea"/>
                <a:cs typeface="+mj-cs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822433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822433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822433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822433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822433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822433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822433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822433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algn="ctr"/>
            <a:r>
              <a:rPr lang="it-IT" sz="1800" b="0" dirty="0">
                <a:solidFill>
                  <a:schemeClr val="bg1"/>
                </a:solidFill>
              </a:rPr>
              <a:t>HVZK</a:t>
            </a:r>
            <a:endParaRPr lang="it-IT" sz="2000" b="0" dirty="0">
              <a:solidFill>
                <a:schemeClr val="bg1"/>
              </a:solidFill>
            </a:endParaRPr>
          </a:p>
        </p:txBody>
      </p:sp>
      <p:sp>
        <p:nvSpPr>
          <p:cNvPr id="19" name="Rettangolo con angoli arrotondati 1">
            <a:extLst>
              <a:ext uri="{FF2B5EF4-FFF2-40B4-BE49-F238E27FC236}">
                <a16:creationId xmlns:a16="http://schemas.microsoft.com/office/drawing/2014/main" id="{7195CB4D-9F90-AAF1-1846-B8779F251A00}"/>
              </a:ext>
            </a:extLst>
          </p:cNvPr>
          <p:cNvSpPr/>
          <p:nvPr/>
        </p:nvSpPr>
        <p:spPr bwMode="auto">
          <a:xfrm>
            <a:off x="3712720" y="3763868"/>
            <a:ext cx="1872208" cy="792088"/>
          </a:xfrm>
          <a:prstGeom prst="roundRect">
            <a:avLst/>
          </a:prstGeom>
          <a:solidFill>
            <a:srgbClr val="790022"/>
          </a:solidFill>
          <a:ln>
            <a:noFill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endParaRPr lang="it-IT"/>
          </a:p>
        </p:txBody>
      </p:sp>
      <p:sp>
        <p:nvSpPr>
          <p:cNvPr id="22" name="Titolo 1">
            <a:extLst>
              <a:ext uri="{FF2B5EF4-FFF2-40B4-BE49-F238E27FC236}">
                <a16:creationId xmlns:a16="http://schemas.microsoft.com/office/drawing/2014/main" id="{80E21883-D279-915A-8019-D6BB65EEB899}"/>
              </a:ext>
            </a:extLst>
          </p:cNvPr>
          <p:cNvSpPr txBox="1">
            <a:spLocks/>
          </p:cNvSpPr>
          <p:nvPr/>
        </p:nvSpPr>
        <p:spPr bwMode="auto">
          <a:xfrm>
            <a:off x="3712720" y="3907499"/>
            <a:ext cx="1872208" cy="5048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2400" b="1" kern="1200">
                <a:solidFill>
                  <a:srgbClr val="822433"/>
                </a:solidFill>
                <a:latin typeface="+mj-lt"/>
                <a:ea typeface="+mj-ea"/>
                <a:cs typeface="+mj-cs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822433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822433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822433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822433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822433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822433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822433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822433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algn="ctr"/>
            <a:r>
              <a:rPr lang="it-IT" sz="1800" b="0" dirty="0">
                <a:solidFill>
                  <a:schemeClr val="bg1"/>
                </a:solidFill>
              </a:rPr>
              <a:t>NIZK</a:t>
            </a:r>
            <a:endParaRPr lang="it-IT" b="0" dirty="0">
              <a:solidFill>
                <a:schemeClr val="bg1"/>
              </a:solidFill>
            </a:endParaRPr>
          </a:p>
        </p:txBody>
      </p:sp>
      <p:sp>
        <p:nvSpPr>
          <p:cNvPr id="23" name="Rettangolo con angoli arrotondati 1">
            <a:extLst>
              <a:ext uri="{FF2B5EF4-FFF2-40B4-BE49-F238E27FC236}">
                <a16:creationId xmlns:a16="http://schemas.microsoft.com/office/drawing/2014/main" id="{D7A5F815-516E-A785-15CA-28433D09B0BB}"/>
              </a:ext>
            </a:extLst>
          </p:cNvPr>
          <p:cNvSpPr/>
          <p:nvPr/>
        </p:nvSpPr>
        <p:spPr bwMode="auto">
          <a:xfrm>
            <a:off x="6581264" y="3763868"/>
            <a:ext cx="1872208" cy="792088"/>
          </a:xfrm>
          <a:prstGeom prst="roundRect">
            <a:avLst/>
          </a:prstGeom>
          <a:solidFill>
            <a:srgbClr val="790022"/>
          </a:solidFill>
          <a:ln>
            <a:noFill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endParaRPr lang="it-IT"/>
          </a:p>
        </p:txBody>
      </p:sp>
      <p:sp>
        <p:nvSpPr>
          <p:cNvPr id="24" name="Titolo 1">
            <a:extLst>
              <a:ext uri="{FF2B5EF4-FFF2-40B4-BE49-F238E27FC236}">
                <a16:creationId xmlns:a16="http://schemas.microsoft.com/office/drawing/2014/main" id="{89513BE5-82F8-D3D1-09B4-090BBDC734E4}"/>
              </a:ext>
            </a:extLst>
          </p:cNvPr>
          <p:cNvSpPr txBox="1">
            <a:spLocks/>
          </p:cNvSpPr>
          <p:nvPr/>
        </p:nvSpPr>
        <p:spPr bwMode="auto">
          <a:xfrm>
            <a:off x="6581264" y="3797212"/>
            <a:ext cx="1872208" cy="5048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2400" b="1" kern="1200">
                <a:solidFill>
                  <a:srgbClr val="822433"/>
                </a:solidFill>
                <a:latin typeface="+mj-lt"/>
                <a:ea typeface="+mj-ea"/>
                <a:cs typeface="+mj-cs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822433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822433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822433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822433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822433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822433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822433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822433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algn="ctr"/>
            <a:r>
              <a:rPr lang="it-IT" sz="2000" b="0" dirty="0">
                <a:solidFill>
                  <a:schemeClr val="bg1"/>
                </a:solidFill>
              </a:rPr>
              <a:t>Sigma </a:t>
            </a:r>
            <a:r>
              <a:rPr lang="it-IT" sz="2000" b="0" dirty="0" err="1">
                <a:solidFill>
                  <a:schemeClr val="bg1"/>
                </a:solidFill>
              </a:rPr>
              <a:t>Protocols</a:t>
            </a:r>
            <a:endParaRPr lang="it-IT" b="0" dirty="0">
              <a:solidFill>
                <a:schemeClr val="bg1"/>
              </a:solidFill>
            </a:endParaRPr>
          </a:p>
        </p:txBody>
      </p:sp>
      <p:sp>
        <p:nvSpPr>
          <p:cNvPr id="25" name="Rettangolo con angoli arrotondati 24">
            <a:extLst>
              <a:ext uri="{FF2B5EF4-FFF2-40B4-BE49-F238E27FC236}">
                <a16:creationId xmlns:a16="http://schemas.microsoft.com/office/drawing/2014/main" id="{65B7207F-DDC1-04EA-6D5E-EB7B4BC8F62A}"/>
              </a:ext>
            </a:extLst>
          </p:cNvPr>
          <p:cNvSpPr/>
          <p:nvPr/>
        </p:nvSpPr>
        <p:spPr bwMode="auto">
          <a:xfrm>
            <a:off x="792606" y="3797212"/>
            <a:ext cx="1872209" cy="2270394"/>
          </a:xfrm>
          <a:prstGeom prst="roundRect">
            <a:avLst/>
          </a:prstGeom>
          <a:solidFill>
            <a:srgbClr val="790022">
              <a:alpha val="9000"/>
            </a:srgbClr>
          </a:solidFill>
          <a:ln>
            <a:solidFill>
              <a:srgbClr val="790022"/>
            </a:solidFill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algn="ctr"/>
            <a:endParaRPr lang="it-IT" sz="2000" dirty="0">
              <a:solidFill>
                <a:srgbClr val="000000"/>
              </a:solidFill>
              <a:latin typeface="+mn-lt"/>
            </a:endParaRPr>
          </a:p>
        </p:txBody>
      </p:sp>
      <p:sp>
        <p:nvSpPr>
          <p:cNvPr id="26" name="CasellaDiTesto 25">
            <a:extLst>
              <a:ext uri="{FF2B5EF4-FFF2-40B4-BE49-F238E27FC236}">
                <a16:creationId xmlns:a16="http://schemas.microsoft.com/office/drawing/2014/main" id="{63F751DF-9ACC-5EDB-6131-886339171CEE}"/>
              </a:ext>
            </a:extLst>
          </p:cNvPr>
          <p:cNvSpPr txBox="1"/>
          <p:nvPr/>
        </p:nvSpPr>
        <p:spPr bwMode="auto">
          <a:xfrm>
            <a:off x="792606" y="4932409"/>
            <a:ext cx="1872208" cy="70788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0" indent="0" algn="ctr">
              <a:buNone/>
            </a:pPr>
            <a:r>
              <a:rPr lang="it-IT" sz="2000" dirty="0">
                <a:solidFill>
                  <a:srgbClr val="000000"/>
                </a:solidFill>
              </a:rPr>
              <a:t>Il verificatore </a:t>
            </a:r>
          </a:p>
          <a:p>
            <a:pPr marL="0" indent="0" algn="ctr">
              <a:buNone/>
            </a:pPr>
            <a:r>
              <a:rPr lang="it-IT" sz="2000" dirty="0">
                <a:solidFill>
                  <a:srgbClr val="000000"/>
                </a:solidFill>
              </a:rPr>
              <a:t>è semi-onesto</a:t>
            </a:r>
            <a:endParaRPr lang="en-US" sz="2000" dirty="0">
              <a:solidFill>
                <a:srgbClr val="000000"/>
              </a:solidFill>
            </a:endParaRPr>
          </a:p>
        </p:txBody>
      </p:sp>
      <p:sp>
        <p:nvSpPr>
          <p:cNvPr id="13" name="Rettangolo con angoli arrotondati 12">
            <a:extLst>
              <a:ext uri="{FF2B5EF4-FFF2-40B4-BE49-F238E27FC236}">
                <a16:creationId xmlns:a16="http://schemas.microsoft.com/office/drawing/2014/main" id="{AB4F8E32-A58F-B817-AA1C-9F38ABECDBF0}"/>
              </a:ext>
            </a:extLst>
          </p:cNvPr>
          <p:cNvSpPr/>
          <p:nvPr/>
        </p:nvSpPr>
        <p:spPr bwMode="auto">
          <a:xfrm>
            <a:off x="3712719" y="3797212"/>
            <a:ext cx="1872209" cy="2270394"/>
          </a:xfrm>
          <a:prstGeom prst="roundRect">
            <a:avLst/>
          </a:prstGeom>
          <a:solidFill>
            <a:srgbClr val="790022">
              <a:alpha val="9000"/>
            </a:srgbClr>
          </a:solidFill>
          <a:ln>
            <a:solidFill>
              <a:srgbClr val="790022"/>
            </a:solidFill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algn="ctr"/>
            <a:endParaRPr lang="it-IT" sz="2000" dirty="0">
              <a:solidFill>
                <a:srgbClr val="000000"/>
              </a:solidFill>
              <a:latin typeface="+mn-lt"/>
            </a:endParaRPr>
          </a:p>
        </p:txBody>
      </p:sp>
      <p:sp>
        <p:nvSpPr>
          <p:cNvPr id="14" name="CasellaDiTesto 13">
            <a:extLst>
              <a:ext uri="{FF2B5EF4-FFF2-40B4-BE49-F238E27FC236}">
                <a16:creationId xmlns:a16="http://schemas.microsoft.com/office/drawing/2014/main" id="{CDE88134-FB16-C728-191F-1D5F5F9A0FD2}"/>
              </a:ext>
            </a:extLst>
          </p:cNvPr>
          <p:cNvSpPr txBox="1"/>
          <p:nvPr/>
        </p:nvSpPr>
        <p:spPr bwMode="auto">
          <a:xfrm>
            <a:off x="3712720" y="4536135"/>
            <a:ext cx="1905000" cy="163121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0" indent="0" algn="ctr">
              <a:buNone/>
            </a:pPr>
            <a:r>
              <a:rPr lang="it-IT" sz="2000" dirty="0">
                <a:solidFill>
                  <a:srgbClr val="000000"/>
                </a:solidFill>
              </a:rPr>
              <a:t>Si eliminano le interazioni e anche la challenge inviata da V</a:t>
            </a:r>
            <a:endParaRPr lang="en-US" sz="2000" dirty="0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78149731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spd="med">
        <p159:morph option="byObject"/>
      </p:transition>
    </mc:Choice>
    <mc:Fallback>
      <p:transition spd="med">
        <p:fade/>
      </p:transition>
    </mc:Fallback>
  </mc:AlternateContent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Segnaposto piè di pagina 4">
            <a:extLst>
              <a:ext uri="{FF2B5EF4-FFF2-40B4-BE49-F238E27FC236}">
                <a16:creationId xmlns:a16="http://schemas.microsoft.com/office/drawing/2014/main" id="{713867C7-99F0-42C1-BDF1-1330231C60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295400" y="6219825"/>
            <a:ext cx="2895600" cy="457200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rgbClr val="822433"/>
              </a:buClr>
              <a:buChar char="•"/>
              <a:defRPr sz="24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16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14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12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r>
              <a:rPr lang="it-IT" altLang="it-IT" sz="1100" dirty="0" err="1">
                <a:solidFill>
                  <a:schemeClr val="bg1"/>
                </a:solidFill>
              </a:rPr>
              <a:t>Integrating</a:t>
            </a:r>
            <a:r>
              <a:rPr lang="it-IT" altLang="it-IT" sz="1100" dirty="0">
                <a:solidFill>
                  <a:schemeClr val="bg1"/>
                </a:solidFill>
              </a:rPr>
              <a:t> Zero-Knowledge in SCAPI</a:t>
            </a:r>
          </a:p>
        </p:txBody>
      </p:sp>
      <p:sp>
        <p:nvSpPr>
          <p:cNvPr id="6" name="Segnaposto data 3">
            <a:extLst>
              <a:ext uri="{FF2B5EF4-FFF2-40B4-BE49-F238E27FC236}">
                <a16:creationId xmlns:a16="http://schemas.microsoft.com/office/drawing/2014/main" id="{55BEB4CF-D7F4-07C6-F774-7F44CFB6B3E3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343400" y="6146800"/>
            <a:ext cx="1905000" cy="457200"/>
          </a:xfrm>
        </p:spPr>
        <p:txBody>
          <a:bodyPr/>
          <a:lstStyle/>
          <a:p>
            <a:r>
              <a:rPr lang="it-IT" altLang="it-IT" dirty="0">
                <a:solidFill>
                  <a:schemeClr val="bg1"/>
                </a:solidFill>
              </a:rPr>
              <a:t>11/12/2023</a:t>
            </a:r>
          </a:p>
          <a:p>
            <a:endParaRPr lang="it-IT" altLang="it-IT" dirty="0"/>
          </a:p>
        </p:txBody>
      </p:sp>
      <p:sp>
        <p:nvSpPr>
          <p:cNvPr id="2" name="Segnaposto numero diapositiva 5">
            <a:extLst>
              <a:ext uri="{FF2B5EF4-FFF2-40B4-BE49-F238E27FC236}">
                <a16:creationId xmlns:a16="http://schemas.microsoft.com/office/drawing/2014/main" id="{23CDD47C-4CEB-8639-F2E7-D6D2F85D31A7}"/>
              </a:ext>
            </a:extLst>
          </p:cNvPr>
          <p:cNvSpPr txBox="1">
            <a:spLocks/>
          </p:cNvSpPr>
          <p:nvPr/>
        </p:nvSpPr>
        <p:spPr bwMode="auto">
          <a:xfrm>
            <a:off x="6548472" y="6146800"/>
            <a:ext cx="19050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defPPr>
              <a:defRPr lang="it-IT"/>
            </a:defPPr>
            <a:lvl1pPr algn="r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22433"/>
              </a:buClr>
              <a:buChar char="•"/>
              <a:defRPr sz="2400" kern="12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 kern="12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1600" kern="12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1400" kern="12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 kern="12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defRPr>
            </a:lvl5pPr>
            <a:lvl6pPr marL="2514600" indent="-228600" algn="l" defTabSz="914400" rtl="0" eaLnBrk="0" fontAlgn="base" latinLnBrk="0" hangingPunct="0">
              <a:spcBef>
                <a:spcPct val="20000"/>
              </a:spcBef>
              <a:spcAft>
                <a:spcPct val="0"/>
              </a:spcAft>
              <a:buChar char="»"/>
              <a:defRPr sz="1200" kern="12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defRPr>
            </a:lvl6pPr>
            <a:lvl7pPr marL="2971800" indent="-228600" algn="l" defTabSz="914400" rtl="0" eaLnBrk="0" fontAlgn="base" latinLnBrk="0" hangingPunct="0">
              <a:spcBef>
                <a:spcPct val="20000"/>
              </a:spcBef>
              <a:spcAft>
                <a:spcPct val="0"/>
              </a:spcAft>
              <a:buChar char="»"/>
              <a:defRPr sz="1200" kern="12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defRPr>
            </a:lvl7pPr>
            <a:lvl8pPr marL="3429000" indent="-228600" algn="l" defTabSz="914400" rtl="0" eaLnBrk="0" fontAlgn="base" latinLnBrk="0" hangingPunct="0">
              <a:spcBef>
                <a:spcPct val="20000"/>
              </a:spcBef>
              <a:spcAft>
                <a:spcPct val="0"/>
              </a:spcAft>
              <a:buChar char="»"/>
              <a:defRPr sz="1200" kern="12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defRPr>
            </a:lvl8pPr>
            <a:lvl9pPr marL="3886200" indent="-228600" algn="l" defTabSz="914400" rtl="0" eaLnBrk="0" fontAlgn="base" latinLnBrk="0" hangingPunct="0">
              <a:spcBef>
                <a:spcPct val="20000"/>
              </a:spcBef>
              <a:spcAft>
                <a:spcPct val="0"/>
              </a:spcAft>
              <a:buChar char="»"/>
              <a:defRPr sz="1200" kern="12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r>
              <a:rPr lang="it-IT" altLang="it-IT" sz="1100" dirty="0">
                <a:solidFill>
                  <a:schemeClr val="bg1"/>
                </a:solidFill>
              </a:rPr>
              <a:t>Pagina 4</a:t>
            </a:r>
          </a:p>
        </p:txBody>
      </p:sp>
      <p:sp>
        <p:nvSpPr>
          <p:cNvPr id="4" name="Rectangle 2">
            <a:extLst>
              <a:ext uri="{FF2B5EF4-FFF2-40B4-BE49-F238E27FC236}">
                <a16:creationId xmlns:a16="http://schemas.microsoft.com/office/drawing/2014/main" id="{08C22CE2-C3D6-2049-0DF7-E203F0E1DD6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0" y="368275"/>
            <a:ext cx="9144000" cy="5048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2400" b="1" kern="1200">
                <a:solidFill>
                  <a:srgbClr val="822433"/>
                </a:solidFill>
                <a:latin typeface="+mj-lt"/>
                <a:ea typeface="+mj-ea"/>
                <a:cs typeface="+mj-cs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822433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822433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822433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822433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822433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822433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822433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822433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algn="ctr" eaLnBrk="1" hangingPunct="1"/>
            <a:r>
              <a:rPr lang="it-IT" altLang="it-IT" dirty="0"/>
              <a:t>Zero-Knowledge</a:t>
            </a:r>
          </a:p>
        </p:txBody>
      </p:sp>
      <p:sp>
        <p:nvSpPr>
          <p:cNvPr id="12" name="CasellaDiTesto 11">
            <a:extLst>
              <a:ext uri="{FF2B5EF4-FFF2-40B4-BE49-F238E27FC236}">
                <a16:creationId xmlns:a16="http://schemas.microsoft.com/office/drawing/2014/main" id="{7F04C697-35BE-7767-1F03-ED4159BFCE69}"/>
              </a:ext>
            </a:extLst>
          </p:cNvPr>
          <p:cNvSpPr txBox="1"/>
          <p:nvPr/>
        </p:nvSpPr>
        <p:spPr bwMode="auto">
          <a:xfrm>
            <a:off x="1175657" y="1147665"/>
            <a:ext cx="7203233" cy="132343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0" indent="0" algn="just">
              <a:buNone/>
            </a:pPr>
            <a:r>
              <a:rPr lang="it-IT" sz="2000" dirty="0">
                <a:solidFill>
                  <a:srgbClr val="000000"/>
                </a:solidFill>
              </a:rPr>
              <a:t>L’obiettivo del </a:t>
            </a:r>
            <a:r>
              <a:rPr lang="it-IT" sz="2000" dirty="0" err="1">
                <a:solidFill>
                  <a:srgbClr val="000000"/>
                </a:solidFill>
              </a:rPr>
              <a:t>Prover</a:t>
            </a:r>
            <a:r>
              <a:rPr lang="it-IT" sz="2000" dirty="0">
                <a:solidFill>
                  <a:srgbClr val="000000"/>
                </a:solidFill>
              </a:rPr>
              <a:t> è quello di provare di essere a conoscenza di una certa informazione senza diffondere dettagli circa l’informazione stessa. Spesso si considera il caso in cui anche il Verificatore V possa essere malevolo.</a:t>
            </a:r>
            <a:endParaRPr lang="en-US" sz="2000" dirty="0">
              <a:solidFill>
                <a:srgbClr val="000000"/>
              </a:solidFill>
            </a:endParaRPr>
          </a:p>
        </p:txBody>
      </p:sp>
      <p:sp>
        <p:nvSpPr>
          <p:cNvPr id="3" name="Rettangolo con angoli arrotondati 1">
            <a:extLst>
              <a:ext uri="{FF2B5EF4-FFF2-40B4-BE49-F238E27FC236}">
                <a16:creationId xmlns:a16="http://schemas.microsoft.com/office/drawing/2014/main" id="{50A89CB4-8746-FE80-9D2C-7F03858A46A3}"/>
              </a:ext>
            </a:extLst>
          </p:cNvPr>
          <p:cNvSpPr/>
          <p:nvPr/>
        </p:nvSpPr>
        <p:spPr bwMode="auto">
          <a:xfrm>
            <a:off x="792606" y="2717862"/>
            <a:ext cx="1872208" cy="792088"/>
          </a:xfrm>
          <a:prstGeom prst="roundRect">
            <a:avLst/>
          </a:prstGeom>
          <a:solidFill>
            <a:srgbClr val="790022"/>
          </a:solidFill>
          <a:ln>
            <a:noFill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endParaRPr lang="it-IT"/>
          </a:p>
        </p:txBody>
      </p:sp>
      <p:sp>
        <p:nvSpPr>
          <p:cNvPr id="5" name="Titolo 1">
            <a:extLst>
              <a:ext uri="{FF2B5EF4-FFF2-40B4-BE49-F238E27FC236}">
                <a16:creationId xmlns:a16="http://schemas.microsoft.com/office/drawing/2014/main" id="{751707F1-A3ED-8B6F-67D1-1FB15173E62C}"/>
              </a:ext>
            </a:extLst>
          </p:cNvPr>
          <p:cNvSpPr txBox="1">
            <a:spLocks/>
          </p:cNvSpPr>
          <p:nvPr/>
        </p:nvSpPr>
        <p:spPr bwMode="auto">
          <a:xfrm>
            <a:off x="792606" y="2751206"/>
            <a:ext cx="1872208" cy="5048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2400" b="1" kern="1200">
                <a:solidFill>
                  <a:srgbClr val="822433"/>
                </a:solidFill>
                <a:latin typeface="+mj-lt"/>
                <a:ea typeface="+mj-ea"/>
                <a:cs typeface="+mj-cs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822433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822433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822433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822433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822433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822433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822433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822433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algn="ctr"/>
            <a:r>
              <a:rPr lang="it-IT" sz="2000" b="0" dirty="0">
                <a:solidFill>
                  <a:schemeClr val="bg1"/>
                </a:solidFill>
              </a:rPr>
              <a:t>Caratteristiche generali</a:t>
            </a:r>
          </a:p>
        </p:txBody>
      </p:sp>
      <p:sp>
        <p:nvSpPr>
          <p:cNvPr id="7" name="Rettangolo con angoli arrotondati 1">
            <a:extLst>
              <a:ext uri="{FF2B5EF4-FFF2-40B4-BE49-F238E27FC236}">
                <a16:creationId xmlns:a16="http://schemas.microsoft.com/office/drawing/2014/main" id="{DAD9DCEC-EFBE-9BB4-42FF-F9EC3CAA000B}"/>
              </a:ext>
            </a:extLst>
          </p:cNvPr>
          <p:cNvSpPr/>
          <p:nvPr/>
        </p:nvSpPr>
        <p:spPr bwMode="auto">
          <a:xfrm>
            <a:off x="3712720" y="2717862"/>
            <a:ext cx="1872208" cy="792088"/>
          </a:xfrm>
          <a:prstGeom prst="roundRect">
            <a:avLst/>
          </a:prstGeom>
          <a:solidFill>
            <a:srgbClr val="790022"/>
          </a:solidFill>
          <a:ln>
            <a:noFill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endParaRPr lang="it-IT"/>
          </a:p>
        </p:txBody>
      </p:sp>
      <p:sp>
        <p:nvSpPr>
          <p:cNvPr id="8" name="Titolo 1">
            <a:extLst>
              <a:ext uri="{FF2B5EF4-FFF2-40B4-BE49-F238E27FC236}">
                <a16:creationId xmlns:a16="http://schemas.microsoft.com/office/drawing/2014/main" id="{8F53235F-F595-F06D-F0D0-9DBEDFADADE8}"/>
              </a:ext>
            </a:extLst>
          </p:cNvPr>
          <p:cNvSpPr txBox="1">
            <a:spLocks/>
          </p:cNvSpPr>
          <p:nvPr/>
        </p:nvSpPr>
        <p:spPr bwMode="auto">
          <a:xfrm>
            <a:off x="3712720" y="2751207"/>
            <a:ext cx="1872208" cy="5048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2400" b="1" kern="1200">
                <a:solidFill>
                  <a:srgbClr val="822433"/>
                </a:solidFill>
                <a:latin typeface="+mj-lt"/>
                <a:ea typeface="+mj-ea"/>
                <a:cs typeface="+mj-cs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822433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822433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822433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822433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822433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822433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822433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822433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algn="ctr"/>
            <a:r>
              <a:rPr lang="it-IT" sz="2000" b="0" dirty="0">
                <a:solidFill>
                  <a:schemeClr val="bg1"/>
                </a:solidFill>
              </a:rPr>
              <a:t>Round non costanti</a:t>
            </a:r>
            <a:endParaRPr lang="it-IT" b="0" dirty="0">
              <a:solidFill>
                <a:schemeClr val="bg1"/>
              </a:solidFill>
            </a:endParaRPr>
          </a:p>
        </p:txBody>
      </p:sp>
      <p:sp>
        <p:nvSpPr>
          <p:cNvPr id="10" name="Rettangolo con angoli arrotondati 1">
            <a:extLst>
              <a:ext uri="{FF2B5EF4-FFF2-40B4-BE49-F238E27FC236}">
                <a16:creationId xmlns:a16="http://schemas.microsoft.com/office/drawing/2014/main" id="{D1E1BB8B-C045-53FA-FD66-616066875DDE}"/>
              </a:ext>
            </a:extLst>
          </p:cNvPr>
          <p:cNvSpPr/>
          <p:nvPr/>
        </p:nvSpPr>
        <p:spPr bwMode="auto">
          <a:xfrm>
            <a:off x="6581264" y="2717862"/>
            <a:ext cx="1872208" cy="792088"/>
          </a:xfrm>
          <a:prstGeom prst="roundRect">
            <a:avLst/>
          </a:prstGeom>
          <a:solidFill>
            <a:srgbClr val="790022"/>
          </a:solidFill>
          <a:ln>
            <a:noFill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endParaRPr lang="it-IT"/>
          </a:p>
        </p:txBody>
      </p:sp>
      <p:sp>
        <p:nvSpPr>
          <p:cNvPr id="11" name="Titolo 1">
            <a:extLst>
              <a:ext uri="{FF2B5EF4-FFF2-40B4-BE49-F238E27FC236}">
                <a16:creationId xmlns:a16="http://schemas.microsoft.com/office/drawing/2014/main" id="{57C44A4B-617E-31A4-7F1D-B3E6C13EA23D}"/>
              </a:ext>
            </a:extLst>
          </p:cNvPr>
          <p:cNvSpPr txBox="1">
            <a:spLocks/>
          </p:cNvSpPr>
          <p:nvPr/>
        </p:nvSpPr>
        <p:spPr bwMode="auto">
          <a:xfrm>
            <a:off x="6581264" y="2751206"/>
            <a:ext cx="1872208" cy="5048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2400" b="1" kern="1200">
                <a:solidFill>
                  <a:srgbClr val="822433"/>
                </a:solidFill>
                <a:latin typeface="+mj-lt"/>
                <a:ea typeface="+mj-ea"/>
                <a:cs typeface="+mj-cs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822433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822433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822433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822433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822433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822433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822433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822433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algn="ctr"/>
            <a:r>
              <a:rPr lang="it-IT" sz="2000" b="0" dirty="0">
                <a:solidFill>
                  <a:schemeClr val="bg1"/>
                </a:solidFill>
              </a:rPr>
              <a:t>Round</a:t>
            </a:r>
          </a:p>
          <a:p>
            <a:pPr algn="ctr"/>
            <a:r>
              <a:rPr lang="it-IT" sz="2000" b="0" dirty="0">
                <a:solidFill>
                  <a:schemeClr val="bg1"/>
                </a:solidFill>
              </a:rPr>
              <a:t>costanti</a:t>
            </a:r>
            <a:endParaRPr lang="it-IT" b="0" dirty="0">
              <a:solidFill>
                <a:schemeClr val="bg1"/>
              </a:solidFill>
            </a:endParaRPr>
          </a:p>
        </p:txBody>
      </p:sp>
      <p:sp>
        <p:nvSpPr>
          <p:cNvPr id="17" name="Rettangolo con angoli arrotondati 1">
            <a:extLst>
              <a:ext uri="{FF2B5EF4-FFF2-40B4-BE49-F238E27FC236}">
                <a16:creationId xmlns:a16="http://schemas.microsoft.com/office/drawing/2014/main" id="{00DFFC9F-A9FD-508E-EC1E-943B4853AC8B}"/>
              </a:ext>
            </a:extLst>
          </p:cNvPr>
          <p:cNvSpPr/>
          <p:nvPr/>
        </p:nvSpPr>
        <p:spPr bwMode="auto">
          <a:xfrm>
            <a:off x="792606" y="3763868"/>
            <a:ext cx="1872208" cy="792088"/>
          </a:xfrm>
          <a:prstGeom prst="roundRect">
            <a:avLst/>
          </a:prstGeom>
          <a:solidFill>
            <a:srgbClr val="790022"/>
          </a:solidFill>
          <a:ln>
            <a:noFill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endParaRPr lang="it-IT"/>
          </a:p>
        </p:txBody>
      </p:sp>
      <p:sp>
        <p:nvSpPr>
          <p:cNvPr id="18" name="Titolo 1">
            <a:extLst>
              <a:ext uri="{FF2B5EF4-FFF2-40B4-BE49-F238E27FC236}">
                <a16:creationId xmlns:a16="http://schemas.microsoft.com/office/drawing/2014/main" id="{4B7863A2-1B12-EF4C-61B6-0CF2F49ADC78}"/>
              </a:ext>
            </a:extLst>
          </p:cNvPr>
          <p:cNvSpPr txBox="1">
            <a:spLocks/>
          </p:cNvSpPr>
          <p:nvPr/>
        </p:nvSpPr>
        <p:spPr bwMode="auto">
          <a:xfrm>
            <a:off x="792606" y="3907499"/>
            <a:ext cx="1872208" cy="5048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2400" b="1" kern="1200">
                <a:solidFill>
                  <a:srgbClr val="822433"/>
                </a:solidFill>
                <a:latin typeface="+mj-lt"/>
                <a:ea typeface="+mj-ea"/>
                <a:cs typeface="+mj-cs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822433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822433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822433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822433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822433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822433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822433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822433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algn="ctr"/>
            <a:r>
              <a:rPr lang="it-IT" sz="1800" b="0" dirty="0">
                <a:solidFill>
                  <a:schemeClr val="bg1"/>
                </a:solidFill>
              </a:rPr>
              <a:t>HVZK</a:t>
            </a:r>
            <a:endParaRPr lang="it-IT" sz="2000" b="0" dirty="0">
              <a:solidFill>
                <a:schemeClr val="bg1"/>
              </a:solidFill>
            </a:endParaRPr>
          </a:p>
        </p:txBody>
      </p:sp>
      <p:sp>
        <p:nvSpPr>
          <p:cNvPr id="19" name="Rettangolo con angoli arrotondati 1">
            <a:extLst>
              <a:ext uri="{FF2B5EF4-FFF2-40B4-BE49-F238E27FC236}">
                <a16:creationId xmlns:a16="http://schemas.microsoft.com/office/drawing/2014/main" id="{7195CB4D-9F90-AAF1-1846-B8779F251A00}"/>
              </a:ext>
            </a:extLst>
          </p:cNvPr>
          <p:cNvSpPr/>
          <p:nvPr/>
        </p:nvSpPr>
        <p:spPr bwMode="auto">
          <a:xfrm>
            <a:off x="3712720" y="3763868"/>
            <a:ext cx="1872208" cy="792088"/>
          </a:xfrm>
          <a:prstGeom prst="roundRect">
            <a:avLst/>
          </a:prstGeom>
          <a:solidFill>
            <a:srgbClr val="790022"/>
          </a:solidFill>
          <a:ln>
            <a:noFill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endParaRPr lang="it-IT"/>
          </a:p>
        </p:txBody>
      </p:sp>
      <p:sp>
        <p:nvSpPr>
          <p:cNvPr id="22" name="Titolo 1">
            <a:extLst>
              <a:ext uri="{FF2B5EF4-FFF2-40B4-BE49-F238E27FC236}">
                <a16:creationId xmlns:a16="http://schemas.microsoft.com/office/drawing/2014/main" id="{80E21883-D279-915A-8019-D6BB65EEB899}"/>
              </a:ext>
            </a:extLst>
          </p:cNvPr>
          <p:cNvSpPr txBox="1">
            <a:spLocks/>
          </p:cNvSpPr>
          <p:nvPr/>
        </p:nvSpPr>
        <p:spPr bwMode="auto">
          <a:xfrm>
            <a:off x="3712720" y="3907499"/>
            <a:ext cx="1872208" cy="5048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2400" b="1" kern="1200">
                <a:solidFill>
                  <a:srgbClr val="822433"/>
                </a:solidFill>
                <a:latin typeface="+mj-lt"/>
                <a:ea typeface="+mj-ea"/>
                <a:cs typeface="+mj-cs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822433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822433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822433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822433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822433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822433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822433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822433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algn="ctr"/>
            <a:r>
              <a:rPr lang="it-IT" sz="1800" b="0" dirty="0">
                <a:solidFill>
                  <a:schemeClr val="bg1"/>
                </a:solidFill>
              </a:rPr>
              <a:t>NIZK</a:t>
            </a:r>
            <a:endParaRPr lang="it-IT" b="0" dirty="0">
              <a:solidFill>
                <a:schemeClr val="bg1"/>
              </a:solidFill>
            </a:endParaRPr>
          </a:p>
        </p:txBody>
      </p:sp>
      <p:sp>
        <p:nvSpPr>
          <p:cNvPr id="23" name="Rettangolo con angoli arrotondati 1">
            <a:extLst>
              <a:ext uri="{FF2B5EF4-FFF2-40B4-BE49-F238E27FC236}">
                <a16:creationId xmlns:a16="http://schemas.microsoft.com/office/drawing/2014/main" id="{D7A5F815-516E-A785-15CA-28433D09B0BB}"/>
              </a:ext>
            </a:extLst>
          </p:cNvPr>
          <p:cNvSpPr/>
          <p:nvPr/>
        </p:nvSpPr>
        <p:spPr bwMode="auto">
          <a:xfrm>
            <a:off x="6581264" y="3763868"/>
            <a:ext cx="1872208" cy="792088"/>
          </a:xfrm>
          <a:prstGeom prst="roundRect">
            <a:avLst/>
          </a:prstGeom>
          <a:solidFill>
            <a:srgbClr val="790022"/>
          </a:solidFill>
          <a:ln>
            <a:noFill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endParaRPr lang="it-IT"/>
          </a:p>
        </p:txBody>
      </p:sp>
      <p:sp>
        <p:nvSpPr>
          <p:cNvPr id="24" name="Titolo 1">
            <a:extLst>
              <a:ext uri="{FF2B5EF4-FFF2-40B4-BE49-F238E27FC236}">
                <a16:creationId xmlns:a16="http://schemas.microsoft.com/office/drawing/2014/main" id="{89513BE5-82F8-D3D1-09B4-090BBDC734E4}"/>
              </a:ext>
            </a:extLst>
          </p:cNvPr>
          <p:cNvSpPr txBox="1">
            <a:spLocks/>
          </p:cNvSpPr>
          <p:nvPr/>
        </p:nvSpPr>
        <p:spPr bwMode="auto">
          <a:xfrm>
            <a:off x="6581264" y="3797212"/>
            <a:ext cx="1872208" cy="5048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2400" b="1" kern="1200">
                <a:solidFill>
                  <a:srgbClr val="822433"/>
                </a:solidFill>
                <a:latin typeface="+mj-lt"/>
                <a:ea typeface="+mj-ea"/>
                <a:cs typeface="+mj-cs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822433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822433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822433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822433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822433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822433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822433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822433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algn="ctr"/>
            <a:r>
              <a:rPr lang="it-IT" sz="2000" b="0" dirty="0">
                <a:solidFill>
                  <a:schemeClr val="bg1"/>
                </a:solidFill>
              </a:rPr>
              <a:t>Sigma </a:t>
            </a:r>
            <a:r>
              <a:rPr lang="it-IT" sz="2000" b="0" dirty="0" err="1">
                <a:solidFill>
                  <a:schemeClr val="bg1"/>
                </a:solidFill>
              </a:rPr>
              <a:t>Protocols</a:t>
            </a:r>
            <a:endParaRPr lang="it-IT" b="0" dirty="0">
              <a:solidFill>
                <a:schemeClr val="bg1"/>
              </a:solidFill>
            </a:endParaRPr>
          </a:p>
        </p:txBody>
      </p:sp>
      <p:sp>
        <p:nvSpPr>
          <p:cNvPr id="25" name="Rettangolo con angoli arrotondati 24">
            <a:extLst>
              <a:ext uri="{FF2B5EF4-FFF2-40B4-BE49-F238E27FC236}">
                <a16:creationId xmlns:a16="http://schemas.microsoft.com/office/drawing/2014/main" id="{65B7207F-DDC1-04EA-6D5E-EB7B4BC8F62A}"/>
              </a:ext>
            </a:extLst>
          </p:cNvPr>
          <p:cNvSpPr/>
          <p:nvPr/>
        </p:nvSpPr>
        <p:spPr bwMode="auto">
          <a:xfrm>
            <a:off x="792606" y="3797212"/>
            <a:ext cx="1872209" cy="2270394"/>
          </a:xfrm>
          <a:prstGeom prst="roundRect">
            <a:avLst/>
          </a:prstGeom>
          <a:solidFill>
            <a:srgbClr val="790022">
              <a:alpha val="9000"/>
            </a:srgbClr>
          </a:solidFill>
          <a:ln>
            <a:solidFill>
              <a:srgbClr val="790022"/>
            </a:solidFill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algn="ctr"/>
            <a:endParaRPr lang="it-IT" sz="2000" dirty="0">
              <a:solidFill>
                <a:srgbClr val="000000"/>
              </a:solidFill>
              <a:latin typeface="+mn-lt"/>
            </a:endParaRPr>
          </a:p>
        </p:txBody>
      </p:sp>
      <p:sp>
        <p:nvSpPr>
          <p:cNvPr id="26" name="CasellaDiTesto 25">
            <a:extLst>
              <a:ext uri="{FF2B5EF4-FFF2-40B4-BE49-F238E27FC236}">
                <a16:creationId xmlns:a16="http://schemas.microsoft.com/office/drawing/2014/main" id="{63F751DF-9ACC-5EDB-6131-886339171CEE}"/>
              </a:ext>
            </a:extLst>
          </p:cNvPr>
          <p:cNvSpPr txBox="1"/>
          <p:nvPr/>
        </p:nvSpPr>
        <p:spPr bwMode="auto">
          <a:xfrm>
            <a:off x="792606" y="4932409"/>
            <a:ext cx="1872208" cy="70788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0" indent="0" algn="ctr">
              <a:buNone/>
            </a:pPr>
            <a:r>
              <a:rPr lang="it-IT" sz="2000" dirty="0">
                <a:solidFill>
                  <a:srgbClr val="000000"/>
                </a:solidFill>
              </a:rPr>
              <a:t>Il verificatore </a:t>
            </a:r>
          </a:p>
          <a:p>
            <a:pPr marL="0" indent="0" algn="ctr">
              <a:buNone/>
            </a:pPr>
            <a:r>
              <a:rPr lang="it-IT" sz="2000" dirty="0">
                <a:solidFill>
                  <a:srgbClr val="000000"/>
                </a:solidFill>
              </a:rPr>
              <a:t>è semi-onesto</a:t>
            </a:r>
            <a:endParaRPr lang="en-US" sz="2000" dirty="0">
              <a:solidFill>
                <a:srgbClr val="000000"/>
              </a:solidFill>
            </a:endParaRPr>
          </a:p>
        </p:txBody>
      </p:sp>
      <p:sp>
        <p:nvSpPr>
          <p:cNvPr id="13" name="Rettangolo con angoli arrotondati 12">
            <a:extLst>
              <a:ext uri="{FF2B5EF4-FFF2-40B4-BE49-F238E27FC236}">
                <a16:creationId xmlns:a16="http://schemas.microsoft.com/office/drawing/2014/main" id="{AB4F8E32-A58F-B817-AA1C-9F38ABECDBF0}"/>
              </a:ext>
            </a:extLst>
          </p:cNvPr>
          <p:cNvSpPr/>
          <p:nvPr/>
        </p:nvSpPr>
        <p:spPr bwMode="auto">
          <a:xfrm>
            <a:off x="3712719" y="3797212"/>
            <a:ext cx="1872209" cy="2270394"/>
          </a:xfrm>
          <a:prstGeom prst="roundRect">
            <a:avLst/>
          </a:prstGeom>
          <a:solidFill>
            <a:srgbClr val="790022">
              <a:alpha val="9000"/>
            </a:srgbClr>
          </a:solidFill>
          <a:ln>
            <a:solidFill>
              <a:srgbClr val="790022"/>
            </a:solidFill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algn="ctr"/>
            <a:endParaRPr lang="it-IT" sz="2000" dirty="0">
              <a:solidFill>
                <a:srgbClr val="000000"/>
              </a:solidFill>
              <a:latin typeface="+mn-lt"/>
            </a:endParaRPr>
          </a:p>
        </p:txBody>
      </p:sp>
      <p:sp>
        <p:nvSpPr>
          <p:cNvPr id="14" name="CasellaDiTesto 13">
            <a:extLst>
              <a:ext uri="{FF2B5EF4-FFF2-40B4-BE49-F238E27FC236}">
                <a16:creationId xmlns:a16="http://schemas.microsoft.com/office/drawing/2014/main" id="{CDE88134-FB16-C728-191F-1D5F5F9A0FD2}"/>
              </a:ext>
            </a:extLst>
          </p:cNvPr>
          <p:cNvSpPr txBox="1"/>
          <p:nvPr/>
        </p:nvSpPr>
        <p:spPr bwMode="auto">
          <a:xfrm>
            <a:off x="3712720" y="4536135"/>
            <a:ext cx="1905000" cy="163121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0" indent="0" algn="ctr">
              <a:buNone/>
            </a:pPr>
            <a:r>
              <a:rPr lang="it-IT" sz="2000" dirty="0">
                <a:solidFill>
                  <a:srgbClr val="000000"/>
                </a:solidFill>
              </a:rPr>
              <a:t>Si eliminano le interazioni e anche la challenge inviata da V</a:t>
            </a:r>
            <a:endParaRPr lang="en-US" sz="2000" dirty="0">
              <a:solidFill>
                <a:srgbClr val="000000"/>
              </a:solidFill>
            </a:endParaRPr>
          </a:p>
        </p:txBody>
      </p:sp>
      <p:sp>
        <p:nvSpPr>
          <p:cNvPr id="15" name="Rettangolo con angoli arrotondati 14">
            <a:extLst>
              <a:ext uri="{FF2B5EF4-FFF2-40B4-BE49-F238E27FC236}">
                <a16:creationId xmlns:a16="http://schemas.microsoft.com/office/drawing/2014/main" id="{E4E691F7-C9A0-D155-0853-0420F5CF211B}"/>
              </a:ext>
            </a:extLst>
          </p:cNvPr>
          <p:cNvSpPr/>
          <p:nvPr/>
        </p:nvSpPr>
        <p:spPr bwMode="auto">
          <a:xfrm>
            <a:off x="6581263" y="3763868"/>
            <a:ext cx="1872209" cy="2303738"/>
          </a:xfrm>
          <a:prstGeom prst="roundRect">
            <a:avLst/>
          </a:prstGeom>
          <a:solidFill>
            <a:srgbClr val="790022">
              <a:alpha val="9000"/>
            </a:srgbClr>
          </a:solidFill>
          <a:ln>
            <a:solidFill>
              <a:srgbClr val="790022"/>
            </a:solidFill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342900" indent="-342900" algn="just">
              <a:buFont typeface="Arial" panose="020B0604020202020204" pitchFamily="34" charset="0"/>
              <a:buChar char="•"/>
            </a:pPr>
            <a:endParaRPr lang="it-IT" sz="2000" dirty="0">
              <a:solidFill>
                <a:srgbClr val="000000"/>
              </a:solidFill>
              <a:latin typeface="+mn-lt"/>
            </a:endParaRPr>
          </a:p>
        </p:txBody>
      </p:sp>
      <p:sp>
        <p:nvSpPr>
          <p:cNvPr id="16" name="CasellaDiTesto 15">
            <a:extLst>
              <a:ext uri="{FF2B5EF4-FFF2-40B4-BE49-F238E27FC236}">
                <a16:creationId xmlns:a16="http://schemas.microsoft.com/office/drawing/2014/main" id="{0D850A2D-CE18-3E1B-37AC-6C2F93742C42}"/>
              </a:ext>
            </a:extLst>
          </p:cNvPr>
          <p:cNvSpPr txBox="1"/>
          <p:nvPr/>
        </p:nvSpPr>
        <p:spPr bwMode="auto">
          <a:xfrm>
            <a:off x="6548472" y="4655885"/>
            <a:ext cx="1905000" cy="163121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spAutoFit/>
          </a:bodyPr>
          <a:lstStyle/>
          <a:p>
            <a:pPr algn="just"/>
            <a:r>
              <a:rPr lang="it-IT" sz="2000" dirty="0">
                <a:solidFill>
                  <a:srgbClr val="000000"/>
                </a:solidFill>
                <a:latin typeface="+mn-lt"/>
              </a:rPr>
              <a:t>Sono HVZK e non laconici, suddivisi in tre fasi  </a:t>
            </a:r>
          </a:p>
          <a:p>
            <a:pPr marL="0" indent="0" algn="just">
              <a:buNone/>
            </a:pPr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3663277075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spd="med">
        <p159:morph option="byObject"/>
      </p:transition>
    </mc:Choice>
    <mc:Fallback>
      <p:transition spd="med">
        <p:fade/>
      </p:transition>
    </mc:Fallback>
  </mc:AlternateContent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Immagine 9" descr="Immagine che contiene cerchio, diagramma, linea, clipart&#10;&#10;Descrizione generata automaticamente">
            <a:extLst>
              <a:ext uri="{FF2B5EF4-FFF2-40B4-BE49-F238E27FC236}">
                <a16:creationId xmlns:a16="http://schemas.microsoft.com/office/drawing/2014/main" id="{0361054A-933B-5500-1179-2412C4242E1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6893" y="2659530"/>
            <a:ext cx="3356859" cy="1319733"/>
          </a:xfrm>
          <a:prstGeom prst="rect">
            <a:avLst/>
          </a:prstGeom>
        </p:spPr>
      </p:pic>
      <p:sp>
        <p:nvSpPr>
          <p:cNvPr id="9" name="Segnaposto piè di pagina 4">
            <a:extLst>
              <a:ext uri="{FF2B5EF4-FFF2-40B4-BE49-F238E27FC236}">
                <a16:creationId xmlns:a16="http://schemas.microsoft.com/office/drawing/2014/main" id="{713867C7-99F0-42C1-BDF1-1330231C60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295400" y="6219825"/>
            <a:ext cx="2895600" cy="457200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rgbClr val="822433"/>
              </a:buClr>
              <a:buChar char="•"/>
              <a:defRPr sz="24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16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14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12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r>
              <a:rPr lang="it-IT" altLang="it-IT" sz="1100" dirty="0" err="1">
                <a:solidFill>
                  <a:schemeClr val="bg1"/>
                </a:solidFill>
              </a:rPr>
              <a:t>Integrating</a:t>
            </a:r>
            <a:r>
              <a:rPr lang="it-IT" altLang="it-IT" sz="1100" dirty="0">
                <a:solidFill>
                  <a:schemeClr val="bg1"/>
                </a:solidFill>
              </a:rPr>
              <a:t> Zero-Knowledge in SCAPI</a:t>
            </a:r>
          </a:p>
        </p:txBody>
      </p:sp>
      <p:sp>
        <p:nvSpPr>
          <p:cNvPr id="6" name="Segnaposto data 3">
            <a:extLst>
              <a:ext uri="{FF2B5EF4-FFF2-40B4-BE49-F238E27FC236}">
                <a16:creationId xmlns:a16="http://schemas.microsoft.com/office/drawing/2014/main" id="{55BEB4CF-D7F4-07C6-F774-7F44CFB6B3E3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343400" y="6146800"/>
            <a:ext cx="1905000" cy="457200"/>
          </a:xfrm>
        </p:spPr>
        <p:txBody>
          <a:bodyPr/>
          <a:lstStyle/>
          <a:p>
            <a:r>
              <a:rPr lang="it-IT" altLang="it-IT" dirty="0">
                <a:solidFill>
                  <a:schemeClr val="bg1"/>
                </a:solidFill>
              </a:rPr>
              <a:t>11/12/2023</a:t>
            </a:r>
          </a:p>
          <a:p>
            <a:endParaRPr lang="it-IT" altLang="it-IT" dirty="0"/>
          </a:p>
        </p:txBody>
      </p:sp>
      <p:sp>
        <p:nvSpPr>
          <p:cNvPr id="2" name="Segnaposto numero diapositiva 5">
            <a:extLst>
              <a:ext uri="{FF2B5EF4-FFF2-40B4-BE49-F238E27FC236}">
                <a16:creationId xmlns:a16="http://schemas.microsoft.com/office/drawing/2014/main" id="{23CDD47C-4CEB-8639-F2E7-D6D2F85D31A7}"/>
              </a:ext>
            </a:extLst>
          </p:cNvPr>
          <p:cNvSpPr txBox="1">
            <a:spLocks/>
          </p:cNvSpPr>
          <p:nvPr/>
        </p:nvSpPr>
        <p:spPr bwMode="auto">
          <a:xfrm>
            <a:off x="6548472" y="6146800"/>
            <a:ext cx="19050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defPPr>
              <a:defRPr lang="it-IT"/>
            </a:defPPr>
            <a:lvl1pPr algn="r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22433"/>
              </a:buClr>
              <a:buChar char="•"/>
              <a:defRPr sz="2400" kern="12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 kern="12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1600" kern="12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1400" kern="12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 kern="12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defRPr>
            </a:lvl5pPr>
            <a:lvl6pPr marL="2514600" indent="-228600" algn="l" defTabSz="914400" rtl="0" eaLnBrk="0" fontAlgn="base" latinLnBrk="0" hangingPunct="0">
              <a:spcBef>
                <a:spcPct val="20000"/>
              </a:spcBef>
              <a:spcAft>
                <a:spcPct val="0"/>
              </a:spcAft>
              <a:buChar char="»"/>
              <a:defRPr sz="1200" kern="12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defRPr>
            </a:lvl6pPr>
            <a:lvl7pPr marL="2971800" indent="-228600" algn="l" defTabSz="914400" rtl="0" eaLnBrk="0" fontAlgn="base" latinLnBrk="0" hangingPunct="0">
              <a:spcBef>
                <a:spcPct val="20000"/>
              </a:spcBef>
              <a:spcAft>
                <a:spcPct val="0"/>
              </a:spcAft>
              <a:buChar char="»"/>
              <a:defRPr sz="1200" kern="12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defRPr>
            </a:lvl7pPr>
            <a:lvl8pPr marL="3429000" indent="-228600" algn="l" defTabSz="914400" rtl="0" eaLnBrk="0" fontAlgn="base" latinLnBrk="0" hangingPunct="0">
              <a:spcBef>
                <a:spcPct val="20000"/>
              </a:spcBef>
              <a:spcAft>
                <a:spcPct val="0"/>
              </a:spcAft>
              <a:buChar char="»"/>
              <a:defRPr sz="1200" kern="12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defRPr>
            </a:lvl8pPr>
            <a:lvl9pPr marL="3886200" indent="-228600" algn="l" defTabSz="914400" rtl="0" eaLnBrk="0" fontAlgn="base" latinLnBrk="0" hangingPunct="0">
              <a:spcBef>
                <a:spcPct val="20000"/>
              </a:spcBef>
              <a:spcAft>
                <a:spcPct val="0"/>
              </a:spcAft>
              <a:buChar char="»"/>
              <a:defRPr sz="1200" kern="12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r>
              <a:rPr lang="it-IT" altLang="it-IT" sz="1100" dirty="0">
                <a:solidFill>
                  <a:schemeClr val="bg1"/>
                </a:solidFill>
              </a:rPr>
              <a:t>Pagina 5</a:t>
            </a:r>
          </a:p>
        </p:txBody>
      </p:sp>
      <p:sp>
        <p:nvSpPr>
          <p:cNvPr id="4" name="Rectangle 2">
            <a:extLst>
              <a:ext uri="{FF2B5EF4-FFF2-40B4-BE49-F238E27FC236}">
                <a16:creationId xmlns:a16="http://schemas.microsoft.com/office/drawing/2014/main" id="{08C22CE2-C3D6-2049-0DF7-E203F0E1DD6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0" y="368275"/>
            <a:ext cx="9144000" cy="5048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2400" b="1" kern="1200">
                <a:solidFill>
                  <a:srgbClr val="822433"/>
                </a:solidFill>
                <a:latin typeface="+mj-lt"/>
                <a:ea typeface="+mj-ea"/>
                <a:cs typeface="+mj-cs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822433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822433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822433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822433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822433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822433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822433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822433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algn="ctr" eaLnBrk="1" hangingPunct="1"/>
            <a:r>
              <a:rPr lang="it-IT" altLang="it-IT" dirty="0"/>
              <a:t>Problema della 3-Colorazione di un grafo</a:t>
            </a:r>
          </a:p>
        </p:txBody>
      </p:sp>
      <p:sp>
        <p:nvSpPr>
          <p:cNvPr id="3" name="CasellaDiTesto 2">
            <a:extLst>
              <a:ext uri="{FF2B5EF4-FFF2-40B4-BE49-F238E27FC236}">
                <a16:creationId xmlns:a16="http://schemas.microsoft.com/office/drawing/2014/main" id="{D825E6B1-E6F0-AAFA-2262-81669C0C8B14}"/>
              </a:ext>
            </a:extLst>
          </p:cNvPr>
          <p:cNvSpPr txBox="1"/>
          <p:nvPr/>
        </p:nvSpPr>
        <p:spPr bwMode="auto">
          <a:xfrm>
            <a:off x="1778000" y="873100"/>
            <a:ext cx="5588000" cy="70788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0" indent="0" algn="ctr">
              <a:buNone/>
            </a:pPr>
            <a:r>
              <a:rPr lang="it-IT" sz="2000" dirty="0"/>
              <a:t>Schema per la simulazione nel caso del numero di round non costante</a:t>
            </a:r>
            <a:endParaRPr lang="en-US" sz="2000" dirty="0"/>
          </a:p>
        </p:txBody>
      </p:sp>
      <p:sp>
        <p:nvSpPr>
          <p:cNvPr id="5" name="CasellaDiTesto 4">
            <a:extLst>
              <a:ext uri="{FF2B5EF4-FFF2-40B4-BE49-F238E27FC236}">
                <a16:creationId xmlns:a16="http://schemas.microsoft.com/office/drawing/2014/main" id="{9E830817-C3E6-DB2C-1CB6-08F311DF81F8}"/>
              </a:ext>
            </a:extLst>
          </p:cNvPr>
          <p:cNvSpPr txBox="1"/>
          <p:nvPr/>
        </p:nvSpPr>
        <p:spPr bwMode="auto">
          <a:xfrm>
            <a:off x="1534160" y="1686560"/>
            <a:ext cx="1564640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0" indent="0" algn="ctr">
              <a:buNone/>
            </a:pPr>
            <a:r>
              <a:rPr lang="it-IT" sz="2000" dirty="0">
                <a:solidFill>
                  <a:srgbClr val="000000"/>
                </a:solidFill>
              </a:rPr>
              <a:t>Simulatore</a:t>
            </a:r>
            <a:endParaRPr lang="en-US" sz="2000" dirty="0">
              <a:solidFill>
                <a:srgbClr val="000000"/>
              </a:solidFill>
            </a:endParaRPr>
          </a:p>
        </p:txBody>
      </p:sp>
      <p:sp>
        <p:nvSpPr>
          <p:cNvPr id="7" name="CasellaDiTesto 6">
            <a:extLst>
              <a:ext uri="{FF2B5EF4-FFF2-40B4-BE49-F238E27FC236}">
                <a16:creationId xmlns:a16="http://schemas.microsoft.com/office/drawing/2014/main" id="{C05C5399-722D-787C-D4B4-E413C554E92C}"/>
              </a:ext>
            </a:extLst>
          </p:cNvPr>
          <p:cNvSpPr txBox="1"/>
          <p:nvPr/>
        </p:nvSpPr>
        <p:spPr bwMode="auto">
          <a:xfrm>
            <a:off x="5770880" y="1686560"/>
            <a:ext cx="1838960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0" indent="0" algn="ctr">
              <a:buNone/>
            </a:pPr>
            <a:r>
              <a:rPr lang="it-IT" sz="2000" dirty="0" err="1">
                <a:solidFill>
                  <a:srgbClr val="000000"/>
                </a:solidFill>
              </a:rPr>
              <a:t>Verifier</a:t>
            </a:r>
            <a:endParaRPr lang="en-US" sz="2000" dirty="0">
              <a:solidFill>
                <a:srgbClr val="000000"/>
              </a:solidFill>
            </a:endParaRPr>
          </a:p>
        </p:txBody>
      </p:sp>
      <p:sp>
        <p:nvSpPr>
          <p:cNvPr id="11" name="CasellaDiTesto 10">
            <a:extLst>
              <a:ext uri="{FF2B5EF4-FFF2-40B4-BE49-F238E27FC236}">
                <a16:creationId xmlns:a16="http://schemas.microsoft.com/office/drawing/2014/main" id="{FFBDE61C-E1F8-39E7-A960-08A423C36DB5}"/>
              </a:ext>
            </a:extLst>
          </p:cNvPr>
          <p:cNvSpPr txBox="1"/>
          <p:nvPr/>
        </p:nvSpPr>
        <p:spPr bwMode="auto">
          <a:xfrm>
            <a:off x="792480" y="4327232"/>
            <a:ext cx="3048000" cy="70788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0" indent="0" algn="ctr">
              <a:buNone/>
            </a:pPr>
            <a:r>
              <a:rPr lang="it-IT" sz="2000" dirty="0">
                <a:solidFill>
                  <a:srgbClr val="000000"/>
                </a:solidFill>
              </a:rPr>
              <a:t>Colorazione valida solo per l’arco (2, 3)</a:t>
            </a:r>
            <a:endParaRPr lang="en-US" sz="2000" dirty="0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94368592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spd="med">
        <p159:morph option="byObject"/>
      </p:transition>
    </mc:Choice>
    <mc:Fallback>
      <p:transition spd="med">
        <p:fade/>
      </p:transition>
    </mc:Fallback>
  </mc:AlternateContent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Segnaposto piè di pagina 4">
            <a:extLst>
              <a:ext uri="{FF2B5EF4-FFF2-40B4-BE49-F238E27FC236}">
                <a16:creationId xmlns:a16="http://schemas.microsoft.com/office/drawing/2014/main" id="{713867C7-99F0-42C1-BDF1-1330231C60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295400" y="6219825"/>
            <a:ext cx="2895600" cy="457200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rgbClr val="822433"/>
              </a:buClr>
              <a:buChar char="•"/>
              <a:defRPr sz="24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16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14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12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r>
              <a:rPr lang="it-IT" altLang="it-IT" sz="1100" dirty="0" err="1">
                <a:solidFill>
                  <a:schemeClr val="bg1"/>
                </a:solidFill>
              </a:rPr>
              <a:t>Integrating</a:t>
            </a:r>
            <a:r>
              <a:rPr lang="it-IT" altLang="it-IT" sz="1100" dirty="0">
                <a:solidFill>
                  <a:schemeClr val="bg1"/>
                </a:solidFill>
              </a:rPr>
              <a:t> Zero-Knowledge in SCAPI</a:t>
            </a:r>
          </a:p>
        </p:txBody>
      </p:sp>
      <p:sp>
        <p:nvSpPr>
          <p:cNvPr id="6" name="Segnaposto data 3">
            <a:extLst>
              <a:ext uri="{FF2B5EF4-FFF2-40B4-BE49-F238E27FC236}">
                <a16:creationId xmlns:a16="http://schemas.microsoft.com/office/drawing/2014/main" id="{55BEB4CF-D7F4-07C6-F774-7F44CFB6B3E3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343400" y="6146800"/>
            <a:ext cx="1905000" cy="457200"/>
          </a:xfrm>
        </p:spPr>
        <p:txBody>
          <a:bodyPr/>
          <a:lstStyle/>
          <a:p>
            <a:r>
              <a:rPr lang="it-IT" altLang="it-IT" dirty="0">
                <a:solidFill>
                  <a:schemeClr val="bg1"/>
                </a:solidFill>
              </a:rPr>
              <a:t>11/12/2023</a:t>
            </a:r>
          </a:p>
          <a:p>
            <a:endParaRPr lang="it-IT" altLang="it-IT" dirty="0"/>
          </a:p>
        </p:txBody>
      </p:sp>
      <p:sp>
        <p:nvSpPr>
          <p:cNvPr id="2" name="Segnaposto numero diapositiva 5">
            <a:extLst>
              <a:ext uri="{FF2B5EF4-FFF2-40B4-BE49-F238E27FC236}">
                <a16:creationId xmlns:a16="http://schemas.microsoft.com/office/drawing/2014/main" id="{23CDD47C-4CEB-8639-F2E7-D6D2F85D31A7}"/>
              </a:ext>
            </a:extLst>
          </p:cNvPr>
          <p:cNvSpPr txBox="1">
            <a:spLocks/>
          </p:cNvSpPr>
          <p:nvPr/>
        </p:nvSpPr>
        <p:spPr bwMode="auto">
          <a:xfrm>
            <a:off x="6548472" y="6146800"/>
            <a:ext cx="19050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defPPr>
              <a:defRPr lang="it-IT"/>
            </a:defPPr>
            <a:lvl1pPr algn="r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22433"/>
              </a:buClr>
              <a:buChar char="•"/>
              <a:defRPr sz="2400" kern="12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 kern="12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1600" kern="12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1400" kern="12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 kern="12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defRPr>
            </a:lvl5pPr>
            <a:lvl6pPr marL="2514600" indent="-228600" algn="l" defTabSz="914400" rtl="0" eaLnBrk="0" fontAlgn="base" latinLnBrk="0" hangingPunct="0">
              <a:spcBef>
                <a:spcPct val="20000"/>
              </a:spcBef>
              <a:spcAft>
                <a:spcPct val="0"/>
              </a:spcAft>
              <a:buChar char="»"/>
              <a:defRPr sz="1200" kern="12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defRPr>
            </a:lvl6pPr>
            <a:lvl7pPr marL="2971800" indent="-228600" algn="l" defTabSz="914400" rtl="0" eaLnBrk="0" fontAlgn="base" latinLnBrk="0" hangingPunct="0">
              <a:spcBef>
                <a:spcPct val="20000"/>
              </a:spcBef>
              <a:spcAft>
                <a:spcPct val="0"/>
              </a:spcAft>
              <a:buChar char="»"/>
              <a:defRPr sz="1200" kern="12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defRPr>
            </a:lvl7pPr>
            <a:lvl8pPr marL="3429000" indent="-228600" algn="l" defTabSz="914400" rtl="0" eaLnBrk="0" fontAlgn="base" latinLnBrk="0" hangingPunct="0">
              <a:spcBef>
                <a:spcPct val="20000"/>
              </a:spcBef>
              <a:spcAft>
                <a:spcPct val="0"/>
              </a:spcAft>
              <a:buChar char="»"/>
              <a:defRPr sz="1200" kern="12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defRPr>
            </a:lvl8pPr>
            <a:lvl9pPr marL="3886200" indent="-228600" algn="l" defTabSz="914400" rtl="0" eaLnBrk="0" fontAlgn="base" latinLnBrk="0" hangingPunct="0">
              <a:spcBef>
                <a:spcPct val="20000"/>
              </a:spcBef>
              <a:spcAft>
                <a:spcPct val="0"/>
              </a:spcAft>
              <a:buChar char="»"/>
              <a:defRPr sz="1200" kern="12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r>
              <a:rPr lang="it-IT" altLang="it-IT" sz="1100" dirty="0">
                <a:solidFill>
                  <a:schemeClr val="bg1"/>
                </a:solidFill>
              </a:rPr>
              <a:t>Pagina 5</a:t>
            </a:r>
          </a:p>
        </p:txBody>
      </p:sp>
      <p:sp>
        <p:nvSpPr>
          <p:cNvPr id="4" name="Rectangle 2">
            <a:extLst>
              <a:ext uri="{FF2B5EF4-FFF2-40B4-BE49-F238E27FC236}">
                <a16:creationId xmlns:a16="http://schemas.microsoft.com/office/drawing/2014/main" id="{08C22CE2-C3D6-2049-0DF7-E203F0E1DD6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0" y="368275"/>
            <a:ext cx="9144000" cy="5048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2400" b="1" kern="1200">
                <a:solidFill>
                  <a:srgbClr val="822433"/>
                </a:solidFill>
                <a:latin typeface="+mj-lt"/>
                <a:ea typeface="+mj-ea"/>
                <a:cs typeface="+mj-cs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822433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822433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822433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822433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822433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822433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822433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822433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algn="ctr" eaLnBrk="1" hangingPunct="1"/>
            <a:r>
              <a:rPr lang="it-IT" altLang="it-IT" dirty="0"/>
              <a:t>Problema della 3-Colorazione di un grafo</a:t>
            </a:r>
          </a:p>
        </p:txBody>
      </p:sp>
      <p:sp>
        <p:nvSpPr>
          <p:cNvPr id="7" name="CasellaDiTesto 6">
            <a:extLst>
              <a:ext uri="{FF2B5EF4-FFF2-40B4-BE49-F238E27FC236}">
                <a16:creationId xmlns:a16="http://schemas.microsoft.com/office/drawing/2014/main" id="{C05C5399-722D-787C-D4B4-E413C554E92C}"/>
              </a:ext>
            </a:extLst>
          </p:cNvPr>
          <p:cNvSpPr txBox="1"/>
          <p:nvPr/>
        </p:nvSpPr>
        <p:spPr bwMode="auto">
          <a:xfrm>
            <a:off x="5770880" y="1686560"/>
            <a:ext cx="1838960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0" indent="0" algn="ctr">
              <a:buNone/>
            </a:pPr>
            <a:r>
              <a:rPr lang="it-IT" sz="2000" dirty="0" err="1">
                <a:solidFill>
                  <a:srgbClr val="000000"/>
                </a:solidFill>
              </a:rPr>
              <a:t>Verifier</a:t>
            </a:r>
            <a:endParaRPr lang="en-US" sz="2000" dirty="0">
              <a:solidFill>
                <a:srgbClr val="000000"/>
              </a:solidFill>
            </a:endParaRPr>
          </a:p>
        </p:txBody>
      </p:sp>
      <p:pic>
        <p:nvPicPr>
          <p:cNvPr id="10" name="Immagine 9" descr="Immagine che contiene cerchio, Pesi&#10;&#10;Descrizione generata automaticamente">
            <a:extLst>
              <a:ext uri="{FF2B5EF4-FFF2-40B4-BE49-F238E27FC236}">
                <a16:creationId xmlns:a16="http://schemas.microsoft.com/office/drawing/2014/main" id="{705C6573-257B-6C08-BC6D-AF5C34F3A45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6576" y="2642040"/>
            <a:ext cx="3377176" cy="1327721"/>
          </a:xfrm>
          <a:prstGeom prst="rect">
            <a:avLst/>
          </a:prstGeom>
        </p:spPr>
      </p:pic>
      <p:sp>
        <p:nvSpPr>
          <p:cNvPr id="8" name="CasellaDiTesto 7">
            <a:extLst>
              <a:ext uri="{FF2B5EF4-FFF2-40B4-BE49-F238E27FC236}">
                <a16:creationId xmlns:a16="http://schemas.microsoft.com/office/drawing/2014/main" id="{B1047A9D-DDDD-87DE-6DA0-D02A22413E62}"/>
              </a:ext>
            </a:extLst>
          </p:cNvPr>
          <p:cNvSpPr txBox="1"/>
          <p:nvPr/>
        </p:nvSpPr>
        <p:spPr bwMode="auto">
          <a:xfrm>
            <a:off x="5362088" y="2900130"/>
            <a:ext cx="2656544" cy="70788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0" indent="0" algn="ctr">
              <a:buNone/>
            </a:pPr>
            <a:r>
              <a:rPr lang="it-IT" sz="2000" dirty="0">
                <a:solidFill>
                  <a:srgbClr val="000000"/>
                </a:solidFill>
              </a:rPr>
              <a:t>«Apri i commitment dell’arco (2, 3)»</a:t>
            </a:r>
            <a:endParaRPr lang="en-US" sz="2000" dirty="0">
              <a:solidFill>
                <a:srgbClr val="000000"/>
              </a:solidFill>
            </a:endParaRPr>
          </a:p>
        </p:txBody>
      </p:sp>
      <p:sp>
        <p:nvSpPr>
          <p:cNvPr id="13" name="CasellaDiTesto 12">
            <a:extLst>
              <a:ext uri="{FF2B5EF4-FFF2-40B4-BE49-F238E27FC236}">
                <a16:creationId xmlns:a16="http://schemas.microsoft.com/office/drawing/2014/main" id="{AC75B699-5EBF-34D1-DA51-84A148E942AE}"/>
              </a:ext>
            </a:extLst>
          </p:cNvPr>
          <p:cNvSpPr txBox="1"/>
          <p:nvPr/>
        </p:nvSpPr>
        <p:spPr bwMode="auto">
          <a:xfrm>
            <a:off x="1778000" y="873100"/>
            <a:ext cx="5588000" cy="70788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0" indent="0" algn="ctr">
              <a:buNone/>
            </a:pPr>
            <a:r>
              <a:rPr lang="it-IT" sz="2000" dirty="0"/>
              <a:t>Schema per la simulazione nel caso del numero di round non costante</a:t>
            </a:r>
            <a:endParaRPr lang="en-US" sz="2000" dirty="0"/>
          </a:p>
        </p:txBody>
      </p:sp>
      <p:sp>
        <p:nvSpPr>
          <p:cNvPr id="15" name="CasellaDiTesto 14">
            <a:extLst>
              <a:ext uri="{FF2B5EF4-FFF2-40B4-BE49-F238E27FC236}">
                <a16:creationId xmlns:a16="http://schemas.microsoft.com/office/drawing/2014/main" id="{D8FCAD2A-4E3D-885F-03FF-994DFE8F7898}"/>
              </a:ext>
            </a:extLst>
          </p:cNvPr>
          <p:cNvSpPr txBox="1"/>
          <p:nvPr/>
        </p:nvSpPr>
        <p:spPr bwMode="auto">
          <a:xfrm>
            <a:off x="1534160" y="1686560"/>
            <a:ext cx="1564640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0" indent="0" algn="ctr">
              <a:buNone/>
            </a:pPr>
            <a:r>
              <a:rPr lang="it-IT" sz="2000" dirty="0">
                <a:solidFill>
                  <a:srgbClr val="000000"/>
                </a:solidFill>
              </a:rPr>
              <a:t>Simulatore</a:t>
            </a:r>
            <a:endParaRPr lang="en-US" sz="2000" dirty="0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620688942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spd="med">
        <p159:morph option="byObject"/>
      </p:transition>
    </mc:Choice>
    <mc:Fallback>
      <p:transition spd="med">
        <p:fade/>
      </p:transition>
    </mc:Fallback>
  </mc:AlternateContent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Immagine 10" descr="Immagine che contiene cerchio, linea&#10;&#10;Descrizione generata automaticamente">
            <a:extLst>
              <a:ext uri="{FF2B5EF4-FFF2-40B4-BE49-F238E27FC236}">
                <a16:creationId xmlns:a16="http://schemas.microsoft.com/office/drawing/2014/main" id="{2A08517A-F13B-74D7-A62E-156B6FA46EB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6576" y="2628309"/>
            <a:ext cx="3412103" cy="1341452"/>
          </a:xfrm>
          <a:prstGeom prst="rect">
            <a:avLst/>
          </a:prstGeom>
        </p:spPr>
      </p:pic>
      <p:sp>
        <p:nvSpPr>
          <p:cNvPr id="9" name="Segnaposto piè di pagina 4">
            <a:extLst>
              <a:ext uri="{FF2B5EF4-FFF2-40B4-BE49-F238E27FC236}">
                <a16:creationId xmlns:a16="http://schemas.microsoft.com/office/drawing/2014/main" id="{713867C7-99F0-42C1-BDF1-1330231C60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295400" y="6219825"/>
            <a:ext cx="2895600" cy="457200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rgbClr val="822433"/>
              </a:buClr>
              <a:buChar char="•"/>
              <a:defRPr sz="24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16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14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12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r>
              <a:rPr lang="it-IT" altLang="it-IT" sz="1100" dirty="0" err="1">
                <a:solidFill>
                  <a:schemeClr val="bg1"/>
                </a:solidFill>
              </a:rPr>
              <a:t>Integrating</a:t>
            </a:r>
            <a:r>
              <a:rPr lang="it-IT" altLang="it-IT" sz="1100" dirty="0">
                <a:solidFill>
                  <a:schemeClr val="bg1"/>
                </a:solidFill>
              </a:rPr>
              <a:t> Zero-Knowledge in SCAPI</a:t>
            </a:r>
          </a:p>
        </p:txBody>
      </p:sp>
      <p:sp>
        <p:nvSpPr>
          <p:cNvPr id="6" name="Segnaposto data 3">
            <a:extLst>
              <a:ext uri="{FF2B5EF4-FFF2-40B4-BE49-F238E27FC236}">
                <a16:creationId xmlns:a16="http://schemas.microsoft.com/office/drawing/2014/main" id="{55BEB4CF-D7F4-07C6-F774-7F44CFB6B3E3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343400" y="6146800"/>
            <a:ext cx="1905000" cy="457200"/>
          </a:xfrm>
        </p:spPr>
        <p:txBody>
          <a:bodyPr/>
          <a:lstStyle/>
          <a:p>
            <a:r>
              <a:rPr lang="it-IT" altLang="it-IT" dirty="0">
                <a:solidFill>
                  <a:schemeClr val="bg1"/>
                </a:solidFill>
              </a:rPr>
              <a:t>11/12/2023</a:t>
            </a:r>
          </a:p>
          <a:p>
            <a:endParaRPr lang="it-IT" altLang="it-IT" dirty="0"/>
          </a:p>
        </p:txBody>
      </p:sp>
      <p:sp>
        <p:nvSpPr>
          <p:cNvPr id="2" name="Segnaposto numero diapositiva 5">
            <a:extLst>
              <a:ext uri="{FF2B5EF4-FFF2-40B4-BE49-F238E27FC236}">
                <a16:creationId xmlns:a16="http://schemas.microsoft.com/office/drawing/2014/main" id="{23CDD47C-4CEB-8639-F2E7-D6D2F85D31A7}"/>
              </a:ext>
            </a:extLst>
          </p:cNvPr>
          <p:cNvSpPr txBox="1">
            <a:spLocks/>
          </p:cNvSpPr>
          <p:nvPr/>
        </p:nvSpPr>
        <p:spPr bwMode="auto">
          <a:xfrm>
            <a:off x="6548472" y="6146800"/>
            <a:ext cx="19050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defPPr>
              <a:defRPr lang="it-IT"/>
            </a:defPPr>
            <a:lvl1pPr algn="r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22433"/>
              </a:buClr>
              <a:buChar char="•"/>
              <a:defRPr sz="2400" kern="12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 kern="12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1600" kern="12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1400" kern="12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 kern="12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defRPr>
            </a:lvl5pPr>
            <a:lvl6pPr marL="2514600" indent="-228600" algn="l" defTabSz="914400" rtl="0" eaLnBrk="0" fontAlgn="base" latinLnBrk="0" hangingPunct="0">
              <a:spcBef>
                <a:spcPct val="20000"/>
              </a:spcBef>
              <a:spcAft>
                <a:spcPct val="0"/>
              </a:spcAft>
              <a:buChar char="»"/>
              <a:defRPr sz="1200" kern="12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defRPr>
            </a:lvl6pPr>
            <a:lvl7pPr marL="2971800" indent="-228600" algn="l" defTabSz="914400" rtl="0" eaLnBrk="0" fontAlgn="base" latinLnBrk="0" hangingPunct="0">
              <a:spcBef>
                <a:spcPct val="20000"/>
              </a:spcBef>
              <a:spcAft>
                <a:spcPct val="0"/>
              </a:spcAft>
              <a:buChar char="»"/>
              <a:defRPr sz="1200" kern="12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defRPr>
            </a:lvl7pPr>
            <a:lvl8pPr marL="3429000" indent="-228600" algn="l" defTabSz="914400" rtl="0" eaLnBrk="0" fontAlgn="base" latinLnBrk="0" hangingPunct="0">
              <a:spcBef>
                <a:spcPct val="20000"/>
              </a:spcBef>
              <a:spcAft>
                <a:spcPct val="0"/>
              </a:spcAft>
              <a:buChar char="»"/>
              <a:defRPr sz="1200" kern="12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defRPr>
            </a:lvl8pPr>
            <a:lvl9pPr marL="3886200" indent="-228600" algn="l" defTabSz="914400" rtl="0" eaLnBrk="0" fontAlgn="base" latinLnBrk="0" hangingPunct="0">
              <a:spcBef>
                <a:spcPct val="20000"/>
              </a:spcBef>
              <a:spcAft>
                <a:spcPct val="0"/>
              </a:spcAft>
              <a:buChar char="»"/>
              <a:defRPr sz="1200" kern="12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r>
              <a:rPr lang="it-IT" altLang="it-IT" sz="1100" dirty="0">
                <a:solidFill>
                  <a:schemeClr val="bg1"/>
                </a:solidFill>
              </a:rPr>
              <a:t>Pagina 5</a:t>
            </a:r>
          </a:p>
        </p:txBody>
      </p:sp>
      <p:sp>
        <p:nvSpPr>
          <p:cNvPr id="4" name="Rectangle 2">
            <a:extLst>
              <a:ext uri="{FF2B5EF4-FFF2-40B4-BE49-F238E27FC236}">
                <a16:creationId xmlns:a16="http://schemas.microsoft.com/office/drawing/2014/main" id="{08C22CE2-C3D6-2049-0DF7-E203F0E1DD6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0" y="368275"/>
            <a:ext cx="9144000" cy="5048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2400" b="1" kern="1200">
                <a:solidFill>
                  <a:srgbClr val="822433"/>
                </a:solidFill>
                <a:latin typeface="+mj-lt"/>
                <a:ea typeface="+mj-ea"/>
                <a:cs typeface="+mj-cs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822433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822433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822433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822433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822433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822433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822433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822433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algn="ctr" eaLnBrk="1" hangingPunct="1"/>
            <a:r>
              <a:rPr lang="it-IT" altLang="it-IT" dirty="0"/>
              <a:t>Problema della 3-Colorazione di un grafo</a:t>
            </a:r>
          </a:p>
        </p:txBody>
      </p:sp>
      <p:sp>
        <p:nvSpPr>
          <p:cNvPr id="7" name="CasellaDiTesto 6">
            <a:extLst>
              <a:ext uri="{FF2B5EF4-FFF2-40B4-BE49-F238E27FC236}">
                <a16:creationId xmlns:a16="http://schemas.microsoft.com/office/drawing/2014/main" id="{C05C5399-722D-787C-D4B4-E413C554E92C}"/>
              </a:ext>
            </a:extLst>
          </p:cNvPr>
          <p:cNvSpPr txBox="1"/>
          <p:nvPr/>
        </p:nvSpPr>
        <p:spPr bwMode="auto">
          <a:xfrm>
            <a:off x="5770880" y="1686560"/>
            <a:ext cx="1838960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0" indent="0" algn="ctr">
              <a:buNone/>
            </a:pPr>
            <a:r>
              <a:rPr lang="it-IT" sz="2000" dirty="0" err="1">
                <a:solidFill>
                  <a:srgbClr val="000000"/>
                </a:solidFill>
              </a:rPr>
              <a:t>Verifier</a:t>
            </a:r>
            <a:endParaRPr lang="en-US" sz="2000" dirty="0">
              <a:solidFill>
                <a:srgbClr val="000000"/>
              </a:solidFill>
            </a:endParaRPr>
          </a:p>
        </p:txBody>
      </p:sp>
      <p:sp>
        <p:nvSpPr>
          <p:cNvPr id="8" name="CasellaDiTesto 7">
            <a:extLst>
              <a:ext uri="{FF2B5EF4-FFF2-40B4-BE49-F238E27FC236}">
                <a16:creationId xmlns:a16="http://schemas.microsoft.com/office/drawing/2014/main" id="{B1047A9D-DDDD-87DE-6DA0-D02A22413E62}"/>
              </a:ext>
            </a:extLst>
          </p:cNvPr>
          <p:cNvSpPr txBox="1"/>
          <p:nvPr/>
        </p:nvSpPr>
        <p:spPr bwMode="auto">
          <a:xfrm>
            <a:off x="5362088" y="2900130"/>
            <a:ext cx="2656544" cy="70788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0" indent="0" algn="ctr">
              <a:buNone/>
            </a:pPr>
            <a:r>
              <a:rPr lang="it-IT" sz="2000" dirty="0">
                <a:solidFill>
                  <a:srgbClr val="000000"/>
                </a:solidFill>
              </a:rPr>
              <a:t>«Apri i commitment dell’arco (2, 3)»</a:t>
            </a:r>
            <a:endParaRPr lang="en-US" sz="2000" dirty="0">
              <a:solidFill>
                <a:srgbClr val="000000"/>
              </a:solidFill>
            </a:endParaRPr>
          </a:p>
        </p:txBody>
      </p:sp>
      <p:sp>
        <p:nvSpPr>
          <p:cNvPr id="13" name="CasellaDiTesto 12">
            <a:extLst>
              <a:ext uri="{FF2B5EF4-FFF2-40B4-BE49-F238E27FC236}">
                <a16:creationId xmlns:a16="http://schemas.microsoft.com/office/drawing/2014/main" id="{AC75B699-5EBF-34D1-DA51-84A148E942AE}"/>
              </a:ext>
            </a:extLst>
          </p:cNvPr>
          <p:cNvSpPr txBox="1"/>
          <p:nvPr/>
        </p:nvSpPr>
        <p:spPr bwMode="auto">
          <a:xfrm>
            <a:off x="1778000" y="873100"/>
            <a:ext cx="5588000" cy="70788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0" indent="0" algn="ctr">
              <a:buNone/>
            </a:pPr>
            <a:r>
              <a:rPr lang="it-IT" sz="2000" dirty="0"/>
              <a:t>Schema per la simulazione nel caso del numero di round non costante</a:t>
            </a:r>
            <a:endParaRPr lang="en-US" sz="2000" dirty="0"/>
          </a:p>
        </p:txBody>
      </p:sp>
      <p:sp>
        <p:nvSpPr>
          <p:cNvPr id="15" name="CasellaDiTesto 14">
            <a:extLst>
              <a:ext uri="{FF2B5EF4-FFF2-40B4-BE49-F238E27FC236}">
                <a16:creationId xmlns:a16="http://schemas.microsoft.com/office/drawing/2014/main" id="{D8FCAD2A-4E3D-885F-03FF-994DFE8F7898}"/>
              </a:ext>
            </a:extLst>
          </p:cNvPr>
          <p:cNvSpPr txBox="1"/>
          <p:nvPr/>
        </p:nvSpPr>
        <p:spPr bwMode="auto">
          <a:xfrm>
            <a:off x="1534160" y="1686560"/>
            <a:ext cx="1564640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0" indent="0" algn="ctr">
              <a:buNone/>
            </a:pPr>
            <a:r>
              <a:rPr lang="it-IT" sz="2000" dirty="0">
                <a:solidFill>
                  <a:srgbClr val="000000"/>
                </a:solidFill>
              </a:rPr>
              <a:t>Simulatore</a:t>
            </a:r>
            <a:endParaRPr lang="en-US" sz="2000" dirty="0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57156465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spd="med">
        <p159:morph option="byObject"/>
      </p:transition>
    </mc:Choice>
    <mc:Fallback>
      <p:transition spd="med">
        <p:fade/>
      </p:transition>
    </mc:Fallback>
  </mc:AlternateContent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Immagine 10" descr="Immagine che contiene cerchio, linea, diagramma&#10;&#10;Descrizione generata automaticamente">
            <a:extLst>
              <a:ext uri="{FF2B5EF4-FFF2-40B4-BE49-F238E27FC236}">
                <a16:creationId xmlns:a16="http://schemas.microsoft.com/office/drawing/2014/main" id="{9BF0DC9A-88E3-729A-3A0A-B8C78F5CA45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6576" y="2642040"/>
            <a:ext cx="3377177" cy="1327721"/>
          </a:xfrm>
          <a:prstGeom prst="rect">
            <a:avLst/>
          </a:prstGeom>
        </p:spPr>
      </p:pic>
      <p:sp>
        <p:nvSpPr>
          <p:cNvPr id="9" name="Segnaposto piè di pagina 4">
            <a:extLst>
              <a:ext uri="{FF2B5EF4-FFF2-40B4-BE49-F238E27FC236}">
                <a16:creationId xmlns:a16="http://schemas.microsoft.com/office/drawing/2014/main" id="{713867C7-99F0-42C1-BDF1-1330231C60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295400" y="6219825"/>
            <a:ext cx="2895600" cy="457200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rgbClr val="822433"/>
              </a:buClr>
              <a:buChar char="•"/>
              <a:defRPr sz="24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16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14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12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r>
              <a:rPr lang="it-IT" altLang="it-IT" sz="1100" dirty="0" err="1">
                <a:solidFill>
                  <a:schemeClr val="bg1"/>
                </a:solidFill>
              </a:rPr>
              <a:t>Integrating</a:t>
            </a:r>
            <a:r>
              <a:rPr lang="it-IT" altLang="it-IT" sz="1100" dirty="0">
                <a:solidFill>
                  <a:schemeClr val="bg1"/>
                </a:solidFill>
              </a:rPr>
              <a:t> Zero-Knowledge in SCAPI</a:t>
            </a:r>
          </a:p>
        </p:txBody>
      </p:sp>
      <p:sp>
        <p:nvSpPr>
          <p:cNvPr id="6" name="Segnaposto data 3">
            <a:extLst>
              <a:ext uri="{FF2B5EF4-FFF2-40B4-BE49-F238E27FC236}">
                <a16:creationId xmlns:a16="http://schemas.microsoft.com/office/drawing/2014/main" id="{55BEB4CF-D7F4-07C6-F774-7F44CFB6B3E3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343400" y="6146800"/>
            <a:ext cx="1905000" cy="457200"/>
          </a:xfrm>
        </p:spPr>
        <p:txBody>
          <a:bodyPr/>
          <a:lstStyle/>
          <a:p>
            <a:r>
              <a:rPr lang="it-IT" altLang="it-IT" dirty="0">
                <a:solidFill>
                  <a:schemeClr val="bg1"/>
                </a:solidFill>
              </a:rPr>
              <a:t>11/12/2023</a:t>
            </a:r>
          </a:p>
          <a:p>
            <a:endParaRPr lang="it-IT" altLang="it-IT" dirty="0"/>
          </a:p>
        </p:txBody>
      </p:sp>
      <p:sp>
        <p:nvSpPr>
          <p:cNvPr id="2" name="Segnaposto numero diapositiva 5">
            <a:extLst>
              <a:ext uri="{FF2B5EF4-FFF2-40B4-BE49-F238E27FC236}">
                <a16:creationId xmlns:a16="http://schemas.microsoft.com/office/drawing/2014/main" id="{23CDD47C-4CEB-8639-F2E7-D6D2F85D31A7}"/>
              </a:ext>
            </a:extLst>
          </p:cNvPr>
          <p:cNvSpPr txBox="1">
            <a:spLocks/>
          </p:cNvSpPr>
          <p:nvPr/>
        </p:nvSpPr>
        <p:spPr bwMode="auto">
          <a:xfrm>
            <a:off x="6548472" y="6146800"/>
            <a:ext cx="19050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defPPr>
              <a:defRPr lang="it-IT"/>
            </a:defPPr>
            <a:lvl1pPr algn="r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22433"/>
              </a:buClr>
              <a:buChar char="•"/>
              <a:defRPr sz="2400" kern="12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 kern="12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1600" kern="12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1400" kern="12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 kern="12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defRPr>
            </a:lvl5pPr>
            <a:lvl6pPr marL="2514600" indent="-228600" algn="l" defTabSz="914400" rtl="0" eaLnBrk="0" fontAlgn="base" latinLnBrk="0" hangingPunct="0">
              <a:spcBef>
                <a:spcPct val="20000"/>
              </a:spcBef>
              <a:spcAft>
                <a:spcPct val="0"/>
              </a:spcAft>
              <a:buChar char="»"/>
              <a:defRPr sz="1200" kern="12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defRPr>
            </a:lvl6pPr>
            <a:lvl7pPr marL="2971800" indent="-228600" algn="l" defTabSz="914400" rtl="0" eaLnBrk="0" fontAlgn="base" latinLnBrk="0" hangingPunct="0">
              <a:spcBef>
                <a:spcPct val="20000"/>
              </a:spcBef>
              <a:spcAft>
                <a:spcPct val="0"/>
              </a:spcAft>
              <a:buChar char="»"/>
              <a:defRPr sz="1200" kern="12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defRPr>
            </a:lvl7pPr>
            <a:lvl8pPr marL="3429000" indent="-228600" algn="l" defTabSz="914400" rtl="0" eaLnBrk="0" fontAlgn="base" latinLnBrk="0" hangingPunct="0">
              <a:spcBef>
                <a:spcPct val="20000"/>
              </a:spcBef>
              <a:spcAft>
                <a:spcPct val="0"/>
              </a:spcAft>
              <a:buChar char="»"/>
              <a:defRPr sz="1200" kern="12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defRPr>
            </a:lvl8pPr>
            <a:lvl9pPr marL="3886200" indent="-228600" algn="l" defTabSz="914400" rtl="0" eaLnBrk="0" fontAlgn="base" latinLnBrk="0" hangingPunct="0">
              <a:spcBef>
                <a:spcPct val="20000"/>
              </a:spcBef>
              <a:spcAft>
                <a:spcPct val="0"/>
              </a:spcAft>
              <a:buChar char="»"/>
              <a:defRPr sz="1200" kern="12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r>
              <a:rPr lang="it-IT" altLang="it-IT" sz="1100" dirty="0">
                <a:solidFill>
                  <a:schemeClr val="bg1"/>
                </a:solidFill>
              </a:rPr>
              <a:t>Pagina 5</a:t>
            </a:r>
          </a:p>
        </p:txBody>
      </p:sp>
      <p:sp>
        <p:nvSpPr>
          <p:cNvPr id="4" name="Rectangle 2">
            <a:extLst>
              <a:ext uri="{FF2B5EF4-FFF2-40B4-BE49-F238E27FC236}">
                <a16:creationId xmlns:a16="http://schemas.microsoft.com/office/drawing/2014/main" id="{08C22CE2-C3D6-2049-0DF7-E203F0E1DD6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0" y="368275"/>
            <a:ext cx="9144000" cy="5048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2400" b="1" kern="1200">
                <a:solidFill>
                  <a:srgbClr val="822433"/>
                </a:solidFill>
                <a:latin typeface="+mj-lt"/>
                <a:ea typeface="+mj-ea"/>
                <a:cs typeface="+mj-cs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822433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822433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822433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822433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822433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822433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822433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822433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algn="ctr" eaLnBrk="1" hangingPunct="1"/>
            <a:r>
              <a:rPr lang="it-IT" altLang="it-IT" dirty="0"/>
              <a:t>Problema della 3-Colorazione di un grafo</a:t>
            </a:r>
          </a:p>
        </p:txBody>
      </p:sp>
      <p:sp>
        <p:nvSpPr>
          <p:cNvPr id="7" name="CasellaDiTesto 6">
            <a:extLst>
              <a:ext uri="{FF2B5EF4-FFF2-40B4-BE49-F238E27FC236}">
                <a16:creationId xmlns:a16="http://schemas.microsoft.com/office/drawing/2014/main" id="{C05C5399-722D-787C-D4B4-E413C554E92C}"/>
              </a:ext>
            </a:extLst>
          </p:cNvPr>
          <p:cNvSpPr txBox="1"/>
          <p:nvPr/>
        </p:nvSpPr>
        <p:spPr bwMode="auto">
          <a:xfrm>
            <a:off x="5770880" y="1686560"/>
            <a:ext cx="1838960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0" indent="0" algn="ctr">
              <a:buNone/>
            </a:pPr>
            <a:r>
              <a:rPr lang="it-IT" sz="2000" dirty="0" err="1">
                <a:solidFill>
                  <a:srgbClr val="000000"/>
                </a:solidFill>
              </a:rPr>
              <a:t>Verifier</a:t>
            </a:r>
            <a:endParaRPr lang="en-US" sz="2000" dirty="0">
              <a:solidFill>
                <a:srgbClr val="000000"/>
              </a:solidFill>
            </a:endParaRPr>
          </a:p>
        </p:txBody>
      </p:sp>
      <p:sp>
        <p:nvSpPr>
          <p:cNvPr id="13" name="CasellaDiTesto 12">
            <a:extLst>
              <a:ext uri="{FF2B5EF4-FFF2-40B4-BE49-F238E27FC236}">
                <a16:creationId xmlns:a16="http://schemas.microsoft.com/office/drawing/2014/main" id="{AC75B699-5EBF-34D1-DA51-84A148E942AE}"/>
              </a:ext>
            </a:extLst>
          </p:cNvPr>
          <p:cNvSpPr txBox="1"/>
          <p:nvPr/>
        </p:nvSpPr>
        <p:spPr bwMode="auto">
          <a:xfrm>
            <a:off x="1778000" y="873100"/>
            <a:ext cx="5588000" cy="70788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0" indent="0" algn="ctr">
              <a:buNone/>
            </a:pPr>
            <a:r>
              <a:rPr lang="it-IT" sz="2000" dirty="0"/>
              <a:t>Schema per la simulazione nel caso del numero di round non costante</a:t>
            </a:r>
            <a:endParaRPr lang="en-US" sz="2000" dirty="0"/>
          </a:p>
        </p:txBody>
      </p:sp>
      <p:sp>
        <p:nvSpPr>
          <p:cNvPr id="15" name="CasellaDiTesto 14">
            <a:extLst>
              <a:ext uri="{FF2B5EF4-FFF2-40B4-BE49-F238E27FC236}">
                <a16:creationId xmlns:a16="http://schemas.microsoft.com/office/drawing/2014/main" id="{D8FCAD2A-4E3D-885F-03FF-994DFE8F7898}"/>
              </a:ext>
            </a:extLst>
          </p:cNvPr>
          <p:cNvSpPr txBox="1"/>
          <p:nvPr/>
        </p:nvSpPr>
        <p:spPr bwMode="auto">
          <a:xfrm>
            <a:off x="1534160" y="1686560"/>
            <a:ext cx="1564640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0" indent="0" algn="ctr">
              <a:buNone/>
            </a:pPr>
            <a:r>
              <a:rPr lang="it-IT" sz="2000" dirty="0">
                <a:solidFill>
                  <a:srgbClr val="000000"/>
                </a:solidFill>
              </a:rPr>
              <a:t>Simulatore</a:t>
            </a:r>
            <a:endParaRPr lang="en-US" sz="2000" dirty="0">
              <a:solidFill>
                <a:srgbClr val="000000"/>
              </a:solidFill>
            </a:endParaRPr>
          </a:p>
        </p:txBody>
      </p:sp>
      <p:sp>
        <p:nvSpPr>
          <p:cNvPr id="3" name="CasellaDiTesto 2">
            <a:extLst>
              <a:ext uri="{FF2B5EF4-FFF2-40B4-BE49-F238E27FC236}">
                <a16:creationId xmlns:a16="http://schemas.microsoft.com/office/drawing/2014/main" id="{33B201B7-1C48-6808-272D-5C5D1223EC4D}"/>
              </a:ext>
            </a:extLst>
          </p:cNvPr>
          <p:cNvSpPr txBox="1"/>
          <p:nvPr/>
        </p:nvSpPr>
        <p:spPr bwMode="auto">
          <a:xfrm>
            <a:off x="5770880" y="2194391"/>
            <a:ext cx="1066800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0" indent="0" algn="ctr">
              <a:buNone/>
            </a:pPr>
            <a:r>
              <a:rPr lang="it-IT" sz="2000" dirty="0">
                <a:solidFill>
                  <a:srgbClr val="000000"/>
                </a:solidFill>
              </a:rPr>
              <a:t>(2, 3)</a:t>
            </a:r>
            <a:endParaRPr lang="en-US" sz="2000" dirty="0"/>
          </a:p>
        </p:txBody>
      </p:sp>
      <p:sp>
        <p:nvSpPr>
          <p:cNvPr id="12" name="CasellaDiTesto 11">
            <a:extLst>
              <a:ext uri="{FF2B5EF4-FFF2-40B4-BE49-F238E27FC236}">
                <a16:creationId xmlns:a16="http://schemas.microsoft.com/office/drawing/2014/main" id="{D3F7AEC8-B576-5A5A-273F-55568F8143B6}"/>
              </a:ext>
            </a:extLst>
          </p:cNvPr>
          <p:cNvSpPr txBox="1"/>
          <p:nvPr/>
        </p:nvSpPr>
        <p:spPr bwMode="auto">
          <a:xfrm>
            <a:off x="9347200" y="2194391"/>
            <a:ext cx="1320800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0" indent="0" algn="ctr">
              <a:buNone/>
            </a:pPr>
            <a:r>
              <a:rPr lang="it-IT" sz="2000" dirty="0">
                <a:solidFill>
                  <a:srgbClr val="000000"/>
                </a:solidFill>
              </a:rPr>
              <a:t>, (1, 2)</a:t>
            </a:r>
            <a:endParaRPr lang="en-US" sz="2000" dirty="0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31273220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spd="med">
        <p159:morph option="byObject"/>
      </p:transition>
    </mc:Choice>
    <mc:Fallback>
      <p:transition spd="med">
        <p:fade/>
      </p:transition>
    </mc:Fallback>
  </mc:AlternateContent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Segnaposto piè di pagina 4">
            <a:extLst>
              <a:ext uri="{FF2B5EF4-FFF2-40B4-BE49-F238E27FC236}">
                <a16:creationId xmlns:a16="http://schemas.microsoft.com/office/drawing/2014/main" id="{713867C7-99F0-42C1-BDF1-1330231C60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295400" y="6219825"/>
            <a:ext cx="2895600" cy="457200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rgbClr val="822433"/>
              </a:buClr>
              <a:buChar char="•"/>
              <a:defRPr sz="24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16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14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12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r>
              <a:rPr lang="it-IT" altLang="it-IT" sz="1100" dirty="0" err="1">
                <a:solidFill>
                  <a:schemeClr val="bg1"/>
                </a:solidFill>
              </a:rPr>
              <a:t>Integrating</a:t>
            </a:r>
            <a:r>
              <a:rPr lang="it-IT" altLang="it-IT" sz="1100" dirty="0">
                <a:solidFill>
                  <a:schemeClr val="bg1"/>
                </a:solidFill>
              </a:rPr>
              <a:t> Zero-Knowledge in SCAPI</a:t>
            </a:r>
          </a:p>
        </p:txBody>
      </p:sp>
      <p:sp>
        <p:nvSpPr>
          <p:cNvPr id="6" name="Segnaposto data 3">
            <a:extLst>
              <a:ext uri="{FF2B5EF4-FFF2-40B4-BE49-F238E27FC236}">
                <a16:creationId xmlns:a16="http://schemas.microsoft.com/office/drawing/2014/main" id="{55BEB4CF-D7F4-07C6-F774-7F44CFB6B3E3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343400" y="6146800"/>
            <a:ext cx="1905000" cy="457200"/>
          </a:xfrm>
        </p:spPr>
        <p:txBody>
          <a:bodyPr/>
          <a:lstStyle/>
          <a:p>
            <a:r>
              <a:rPr lang="it-IT" altLang="it-IT" dirty="0">
                <a:solidFill>
                  <a:schemeClr val="bg1"/>
                </a:solidFill>
              </a:rPr>
              <a:t>11/12/2023</a:t>
            </a:r>
          </a:p>
          <a:p>
            <a:endParaRPr lang="it-IT" altLang="it-IT" dirty="0"/>
          </a:p>
        </p:txBody>
      </p:sp>
      <p:sp>
        <p:nvSpPr>
          <p:cNvPr id="2" name="Segnaposto numero diapositiva 5">
            <a:extLst>
              <a:ext uri="{FF2B5EF4-FFF2-40B4-BE49-F238E27FC236}">
                <a16:creationId xmlns:a16="http://schemas.microsoft.com/office/drawing/2014/main" id="{23CDD47C-4CEB-8639-F2E7-D6D2F85D31A7}"/>
              </a:ext>
            </a:extLst>
          </p:cNvPr>
          <p:cNvSpPr txBox="1">
            <a:spLocks/>
          </p:cNvSpPr>
          <p:nvPr/>
        </p:nvSpPr>
        <p:spPr bwMode="auto">
          <a:xfrm>
            <a:off x="6548472" y="6146800"/>
            <a:ext cx="19050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defPPr>
              <a:defRPr lang="it-IT"/>
            </a:defPPr>
            <a:lvl1pPr algn="r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22433"/>
              </a:buClr>
              <a:buChar char="•"/>
              <a:defRPr sz="2400" kern="12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 kern="12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1600" kern="12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1400" kern="12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 kern="12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defRPr>
            </a:lvl5pPr>
            <a:lvl6pPr marL="2514600" indent="-228600" algn="l" defTabSz="914400" rtl="0" eaLnBrk="0" fontAlgn="base" latinLnBrk="0" hangingPunct="0">
              <a:spcBef>
                <a:spcPct val="20000"/>
              </a:spcBef>
              <a:spcAft>
                <a:spcPct val="0"/>
              </a:spcAft>
              <a:buChar char="»"/>
              <a:defRPr sz="1200" kern="12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defRPr>
            </a:lvl6pPr>
            <a:lvl7pPr marL="2971800" indent="-228600" algn="l" defTabSz="914400" rtl="0" eaLnBrk="0" fontAlgn="base" latinLnBrk="0" hangingPunct="0">
              <a:spcBef>
                <a:spcPct val="20000"/>
              </a:spcBef>
              <a:spcAft>
                <a:spcPct val="0"/>
              </a:spcAft>
              <a:buChar char="»"/>
              <a:defRPr sz="1200" kern="12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defRPr>
            </a:lvl7pPr>
            <a:lvl8pPr marL="3429000" indent="-228600" algn="l" defTabSz="914400" rtl="0" eaLnBrk="0" fontAlgn="base" latinLnBrk="0" hangingPunct="0">
              <a:spcBef>
                <a:spcPct val="20000"/>
              </a:spcBef>
              <a:spcAft>
                <a:spcPct val="0"/>
              </a:spcAft>
              <a:buChar char="»"/>
              <a:defRPr sz="1200" kern="12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defRPr>
            </a:lvl8pPr>
            <a:lvl9pPr marL="3886200" indent="-228600" algn="l" defTabSz="914400" rtl="0" eaLnBrk="0" fontAlgn="base" latinLnBrk="0" hangingPunct="0">
              <a:spcBef>
                <a:spcPct val="20000"/>
              </a:spcBef>
              <a:spcAft>
                <a:spcPct val="0"/>
              </a:spcAft>
              <a:buChar char="»"/>
              <a:defRPr sz="1200" kern="12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r>
              <a:rPr lang="it-IT" altLang="it-IT" sz="1100" dirty="0">
                <a:solidFill>
                  <a:schemeClr val="bg1"/>
                </a:solidFill>
              </a:rPr>
              <a:t>Pagina 5</a:t>
            </a:r>
          </a:p>
        </p:txBody>
      </p:sp>
      <p:sp>
        <p:nvSpPr>
          <p:cNvPr id="4" name="Rectangle 2">
            <a:extLst>
              <a:ext uri="{FF2B5EF4-FFF2-40B4-BE49-F238E27FC236}">
                <a16:creationId xmlns:a16="http://schemas.microsoft.com/office/drawing/2014/main" id="{08C22CE2-C3D6-2049-0DF7-E203F0E1DD6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0" y="368275"/>
            <a:ext cx="9144000" cy="5048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2400" b="1" kern="1200">
                <a:solidFill>
                  <a:srgbClr val="822433"/>
                </a:solidFill>
                <a:latin typeface="+mj-lt"/>
                <a:ea typeface="+mj-ea"/>
                <a:cs typeface="+mj-cs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822433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822433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822433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822433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822433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822433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822433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822433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algn="ctr" eaLnBrk="1" hangingPunct="1"/>
            <a:r>
              <a:rPr lang="it-IT" altLang="it-IT" dirty="0"/>
              <a:t>Problema della 3-Colorazione di un grafo</a:t>
            </a:r>
          </a:p>
        </p:txBody>
      </p:sp>
      <p:sp>
        <p:nvSpPr>
          <p:cNvPr id="7" name="CasellaDiTesto 6">
            <a:extLst>
              <a:ext uri="{FF2B5EF4-FFF2-40B4-BE49-F238E27FC236}">
                <a16:creationId xmlns:a16="http://schemas.microsoft.com/office/drawing/2014/main" id="{C05C5399-722D-787C-D4B4-E413C554E92C}"/>
              </a:ext>
            </a:extLst>
          </p:cNvPr>
          <p:cNvSpPr txBox="1"/>
          <p:nvPr/>
        </p:nvSpPr>
        <p:spPr bwMode="auto">
          <a:xfrm>
            <a:off x="5770880" y="1686560"/>
            <a:ext cx="1838960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0" indent="0" algn="ctr">
              <a:buNone/>
            </a:pPr>
            <a:r>
              <a:rPr lang="it-IT" sz="2000" dirty="0" err="1">
                <a:solidFill>
                  <a:srgbClr val="000000"/>
                </a:solidFill>
              </a:rPr>
              <a:t>Verifier</a:t>
            </a:r>
            <a:endParaRPr lang="en-US" sz="2000" dirty="0">
              <a:solidFill>
                <a:srgbClr val="000000"/>
              </a:solidFill>
            </a:endParaRPr>
          </a:p>
        </p:txBody>
      </p:sp>
      <p:pic>
        <p:nvPicPr>
          <p:cNvPr id="10" name="Immagine 9" descr="Immagine che contiene cerchio, Pesi&#10;&#10;Descrizione generata automaticamente">
            <a:extLst>
              <a:ext uri="{FF2B5EF4-FFF2-40B4-BE49-F238E27FC236}">
                <a16:creationId xmlns:a16="http://schemas.microsoft.com/office/drawing/2014/main" id="{705C6573-257B-6C08-BC6D-AF5C34F3A45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6576" y="2642040"/>
            <a:ext cx="3377176" cy="1327721"/>
          </a:xfrm>
          <a:prstGeom prst="rect">
            <a:avLst/>
          </a:prstGeom>
        </p:spPr>
      </p:pic>
      <p:sp>
        <p:nvSpPr>
          <p:cNvPr id="8" name="CasellaDiTesto 7">
            <a:extLst>
              <a:ext uri="{FF2B5EF4-FFF2-40B4-BE49-F238E27FC236}">
                <a16:creationId xmlns:a16="http://schemas.microsoft.com/office/drawing/2014/main" id="{B1047A9D-DDDD-87DE-6DA0-D02A22413E62}"/>
              </a:ext>
            </a:extLst>
          </p:cNvPr>
          <p:cNvSpPr txBox="1"/>
          <p:nvPr/>
        </p:nvSpPr>
        <p:spPr bwMode="auto">
          <a:xfrm>
            <a:off x="5362088" y="2900130"/>
            <a:ext cx="2656544" cy="70788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0" indent="0" algn="ctr">
              <a:buNone/>
            </a:pPr>
            <a:r>
              <a:rPr lang="it-IT" sz="2000" dirty="0">
                <a:solidFill>
                  <a:srgbClr val="000000"/>
                </a:solidFill>
              </a:rPr>
              <a:t>«Apri i commitment dell’arco (1, 2)»</a:t>
            </a:r>
            <a:endParaRPr lang="en-US" sz="2000" dirty="0">
              <a:solidFill>
                <a:srgbClr val="000000"/>
              </a:solidFill>
            </a:endParaRPr>
          </a:p>
        </p:txBody>
      </p:sp>
      <p:sp>
        <p:nvSpPr>
          <p:cNvPr id="13" name="CasellaDiTesto 12">
            <a:extLst>
              <a:ext uri="{FF2B5EF4-FFF2-40B4-BE49-F238E27FC236}">
                <a16:creationId xmlns:a16="http://schemas.microsoft.com/office/drawing/2014/main" id="{AC75B699-5EBF-34D1-DA51-84A148E942AE}"/>
              </a:ext>
            </a:extLst>
          </p:cNvPr>
          <p:cNvSpPr txBox="1"/>
          <p:nvPr/>
        </p:nvSpPr>
        <p:spPr bwMode="auto">
          <a:xfrm>
            <a:off x="1778000" y="873100"/>
            <a:ext cx="5588000" cy="70788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0" indent="0" algn="ctr">
              <a:buNone/>
            </a:pPr>
            <a:r>
              <a:rPr lang="it-IT" sz="2000" dirty="0"/>
              <a:t>Schema per la simulazione nel caso del numero di round non costante</a:t>
            </a:r>
            <a:endParaRPr lang="en-US" sz="2000" dirty="0"/>
          </a:p>
        </p:txBody>
      </p:sp>
      <p:sp>
        <p:nvSpPr>
          <p:cNvPr id="15" name="CasellaDiTesto 14">
            <a:extLst>
              <a:ext uri="{FF2B5EF4-FFF2-40B4-BE49-F238E27FC236}">
                <a16:creationId xmlns:a16="http://schemas.microsoft.com/office/drawing/2014/main" id="{D8FCAD2A-4E3D-885F-03FF-994DFE8F7898}"/>
              </a:ext>
            </a:extLst>
          </p:cNvPr>
          <p:cNvSpPr txBox="1"/>
          <p:nvPr/>
        </p:nvSpPr>
        <p:spPr bwMode="auto">
          <a:xfrm>
            <a:off x="1534160" y="1686560"/>
            <a:ext cx="1564640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0" indent="0" algn="ctr">
              <a:buNone/>
            </a:pPr>
            <a:r>
              <a:rPr lang="it-IT" sz="2000" dirty="0">
                <a:solidFill>
                  <a:srgbClr val="000000"/>
                </a:solidFill>
              </a:rPr>
              <a:t>Simulatore</a:t>
            </a:r>
            <a:endParaRPr lang="en-US" sz="2000" dirty="0">
              <a:solidFill>
                <a:srgbClr val="000000"/>
              </a:solidFill>
            </a:endParaRPr>
          </a:p>
        </p:txBody>
      </p:sp>
      <p:sp>
        <p:nvSpPr>
          <p:cNvPr id="3" name="CasellaDiTesto 2">
            <a:extLst>
              <a:ext uri="{FF2B5EF4-FFF2-40B4-BE49-F238E27FC236}">
                <a16:creationId xmlns:a16="http://schemas.microsoft.com/office/drawing/2014/main" id="{D09862D4-E3E5-A017-EBD4-F65FBA1622A3}"/>
              </a:ext>
            </a:extLst>
          </p:cNvPr>
          <p:cNvSpPr txBox="1"/>
          <p:nvPr/>
        </p:nvSpPr>
        <p:spPr bwMode="auto">
          <a:xfrm>
            <a:off x="5770880" y="2194391"/>
            <a:ext cx="919480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0" indent="0" algn="ctr">
              <a:buNone/>
            </a:pPr>
            <a:r>
              <a:rPr lang="it-IT" sz="2000" dirty="0">
                <a:solidFill>
                  <a:srgbClr val="000000"/>
                </a:solidFill>
              </a:rPr>
              <a:t>(2, 3), </a:t>
            </a:r>
            <a:endParaRPr lang="en-US" sz="2000" dirty="0"/>
          </a:p>
        </p:txBody>
      </p:sp>
      <p:sp>
        <p:nvSpPr>
          <p:cNvPr id="5" name="CasellaDiTesto 4">
            <a:extLst>
              <a:ext uri="{FF2B5EF4-FFF2-40B4-BE49-F238E27FC236}">
                <a16:creationId xmlns:a16="http://schemas.microsoft.com/office/drawing/2014/main" id="{475F0171-9BC3-32E9-20AA-EBCCA59D933D}"/>
              </a:ext>
            </a:extLst>
          </p:cNvPr>
          <p:cNvSpPr txBox="1"/>
          <p:nvPr/>
        </p:nvSpPr>
        <p:spPr bwMode="auto">
          <a:xfrm>
            <a:off x="2463800" y="4804053"/>
            <a:ext cx="4226560" cy="70788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0" indent="0" algn="ctr">
              <a:buNone/>
            </a:pPr>
            <a:r>
              <a:rPr lang="it-IT" sz="2000" dirty="0"/>
              <a:t>Non ho una colorazione valida per quei nodi: eseguo il </a:t>
            </a:r>
            <a:r>
              <a:rPr lang="it-IT" sz="2000" dirty="0" err="1"/>
              <a:t>rewinding</a:t>
            </a:r>
            <a:r>
              <a:rPr lang="it-IT" sz="2000" dirty="0"/>
              <a:t> di V</a:t>
            </a:r>
            <a:endParaRPr lang="en-US" sz="2000" dirty="0"/>
          </a:p>
        </p:txBody>
      </p:sp>
      <p:sp>
        <p:nvSpPr>
          <p:cNvPr id="11" name="CasellaDiTesto 10">
            <a:extLst>
              <a:ext uri="{FF2B5EF4-FFF2-40B4-BE49-F238E27FC236}">
                <a16:creationId xmlns:a16="http://schemas.microsoft.com/office/drawing/2014/main" id="{C317525B-56CA-47EA-59CE-9BC172107556}"/>
              </a:ext>
            </a:extLst>
          </p:cNvPr>
          <p:cNvSpPr txBox="1"/>
          <p:nvPr/>
        </p:nvSpPr>
        <p:spPr bwMode="auto">
          <a:xfrm>
            <a:off x="9347200" y="2194391"/>
            <a:ext cx="1320800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0" indent="0" algn="ctr">
              <a:buNone/>
            </a:pPr>
            <a:r>
              <a:rPr lang="it-IT" sz="2000" dirty="0">
                <a:solidFill>
                  <a:srgbClr val="000000"/>
                </a:solidFill>
              </a:rPr>
              <a:t> (1, 2)</a:t>
            </a:r>
            <a:endParaRPr lang="en-US" sz="2000" dirty="0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586126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spd="med">
        <p159:morph option="byObject"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path" presetSubtype="0" accel="50000" decel="5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4.44444E-6 -4.07407E-6 L -0.3342 -0.00232 " pathEditMode="relative" rAng="0" ptsTypes="AA">
                                      <p:cBhvr>
                                        <p:cTn id="6" dur="2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17222" y="-23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Segnaposto piè di pagina 4">
            <a:extLst>
              <a:ext uri="{FF2B5EF4-FFF2-40B4-BE49-F238E27FC236}">
                <a16:creationId xmlns:a16="http://schemas.microsoft.com/office/drawing/2014/main" id="{713867C7-99F0-42C1-BDF1-1330231C60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295400" y="6219825"/>
            <a:ext cx="2895600" cy="457200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rgbClr val="822433"/>
              </a:buClr>
              <a:buChar char="•"/>
              <a:defRPr sz="24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16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14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12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r>
              <a:rPr lang="it-IT" altLang="it-IT" sz="1100" dirty="0" err="1">
                <a:solidFill>
                  <a:schemeClr val="bg1"/>
                </a:solidFill>
              </a:rPr>
              <a:t>Integrating</a:t>
            </a:r>
            <a:r>
              <a:rPr lang="it-IT" altLang="it-IT" sz="1100" dirty="0">
                <a:solidFill>
                  <a:schemeClr val="bg1"/>
                </a:solidFill>
              </a:rPr>
              <a:t> Zero-Knowledge in SCAPI</a:t>
            </a:r>
          </a:p>
        </p:txBody>
      </p:sp>
      <p:sp>
        <p:nvSpPr>
          <p:cNvPr id="6" name="Segnaposto data 3">
            <a:extLst>
              <a:ext uri="{FF2B5EF4-FFF2-40B4-BE49-F238E27FC236}">
                <a16:creationId xmlns:a16="http://schemas.microsoft.com/office/drawing/2014/main" id="{55BEB4CF-D7F4-07C6-F774-7F44CFB6B3E3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343400" y="6146800"/>
            <a:ext cx="1905000" cy="457200"/>
          </a:xfrm>
        </p:spPr>
        <p:txBody>
          <a:bodyPr/>
          <a:lstStyle/>
          <a:p>
            <a:r>
              <a:rPr lang="it-IT" altLang="it-IT" dirty="0">
                <a:solidFill>
                  <a:schemeClr val="bg1"/>
                </a:solidFill>
              </a:rPr>
              <a:t>11/12/2023</a:t>
            </a:r>
          </a:p>
          <a:p>
            <a:endParaRPr lang="it-IT" altLang="it-IT" dirty="0"/>
          </a:p>
        </p:txBody>
      </p:sp>
      <p:sp>
        <p:nvSpPr>
          <p:cNvPr id="2" name="Segnaposto numero diapositiva 5">
            <a:extLst>
              <a:ext uri="{FF2B5EF4-FFF2-40B4-BE49-F238E27FC236}">
                <a16:creationId xmlns:a16="http://schemas.microsoft.com/office/drawing/2014/main" id="{23CDD47C-4CEB-8639-F2E7-D6D2F85D31A7}"/>
              </a:ext>
            </a:extLst>
          </p:cNvPr>
          <p:cNvSpPr txBox="1">
            <a:spLocks/>
          </p:cNvSpPr>
          <p:nvPr/>
        </p:nvSpPr>
        <p:spPr bwMode="auto">
          <a:xfrm>
            <a:off x="6548472" y="6146800"/>
            <a:ext cx="19050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defPPr>
              <a:defRPr lang="it-IT"/>
            </a:defPPr>
            <a:lvl1pPr algn="r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22433"/>
              </a:buClr>
              <a:buChar char="•"/>
              <a:defRPr sz="2400" kern="12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 kern="12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1600" kern="12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1400" kern="12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 kern="12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defRPr>
            </a:lvl5pPr>
            <a:lvl6pPr marL="2514600" indent="-228600" algn="l" defTabSz="914400" rtl="0" eaLnBrk="0" fontAlgn="base" latinLnBrk="0" hangingPunct="0">
              <a:spcBef>
                <a:spcPct val="20000"/>
              </a:spcBef>
              <a:spcAft>
                <a:spcPct val="0"/>
              </a:spcAft>
              <a:buChar char="»"/>
              <a:defRPr sz="1200" kern="12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defRPr>
            </a:lvl6pPr>
            <a:lvl7pPr marL="2971800" indent="-228600" algn="l" defTabSz="914400" rtl="0" eaLnBrk="0" fontAlgn="base" latinLnBrk="0" hangingPunct="0">
              <a:spcBef>
                <a:spcPct val="20000"/>
              </a:spcBef>
              <a:spcAft>
                <a:spcPct val="0"/>
              </a:spcAft>
              <a:buChar char="»"/>
              <a:defRPr sz="1200" kern="12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defRPr>
            </a:lvl7pPr>
            <a:lvl8pPr marL="3429000" indent="-228600" algn="l" defTabSz="914400" rtl="0" eaLnBrk="0" fontAlgn="base" latinLnBrk="0" hangingPunct="0">
              <a:spcBef>
                <a:spcPct val="20000"/>
              </a:spcBef>
              <a:spcAft>
                <a:spcPct val="0"/>
              </a:spcAft>
              <a:buChar char="»"/>
              <a:defRPr sz="1200" kern="12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defRPr>
            </a:lvl8pPr>
            <a:lvl9pPr marL="3886200" indent="-228600" algn="l" defTabSz="914400" rtl="0" eaLnBrk="0" fontAlgn="base" latinLnBrk="0" hangingPunct="0">
              <a:spcBef>
                <a:spcPct val="20000"/>
              </a:spcBef>
              <a:spcAft>
                <a:spcPct val="0"/>
              </a:spcAft>
              <a:buChar char="»"/>
              <a:defRPr sz="1200" kern="12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r>
              <a:rPr lang="it-IT" altLang="it-IT" sz="1100" dirty="0">
                <a:solidFill>
                  <a:schemeClr val="bg1"/>
                </a:solidFill>
              </a:rPr>
              <a:t>Pagina 5</a:t>
            </a:r>
          </a:p>
        </p:txBody>
      </p:sp>
      <p:sp>
        <p:nvSpPr>
          <p:cNvPr id="4" name="Rectangle 2">
            <a:extLst>
              <a:ext uri="{FF2B5EF4-FFF2-40B4-BE49-F238E27FC236}">
                <a16:creationId xmlns:a16="http://schemas.microsoft.com/office/drawing/2014/main" id="{08C22CE2-C3D6-2049-0DF7-E203F0E1DD6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0" y="368275"/>
            <a:ext cx="9144000" cy="5048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2400" b="1" kern="1200">
                <a:solidFill>
                  <a:srgbClr val="822433"/>
                </a:solidFill>
                <a:latin typeface="+mj-lt"/>
                <a:ea typeface="+mj-ea"/>
                <a:cs typeface="+mj-cs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822433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822433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822433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822433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822433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822433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822433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822433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algn="ctr" eaLnBrk="1" hangingPunct="1"/>
            <a:r>
              <a:rPr lang="it-IT" altLang="it-IT" dirty="0"/>
              <a:t>Problema della 3-Colorazione di un grafo</a:t>
            </a:r>
          </a:p>
        </p:txBody>
      </p:sp>
      <p:sp>
        <p:nvSpPr>
          <p:cNvPr id="7" name="CasellaDiTesto 6">
            <a:extLst>
              <a:ext uri="{FF2B5EF4-FFF2-40B4-BE49-F238E27FC236}">
                <a16:creationId xmlns:a16="http://schemas.microsoft.com/office/drawing/2014/main" id="{C05C5399-722D-787C-D4B4-E413C554E92C}"/>
              </a:ext>
            </a:extLst>
          </p:cNvPr>
          <p:cNvSpPr txBox="1"/>
          <p:nvPr/>
        </p:nvSpPr>
        <p:spPr bwMode="auto">
          <a:xfrm>
            <a:off x="5770880" y="1686560"/>
            <a:ext cx="1838960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0" indent="0" algn="ctr">
              <a:buNone/>
            </a:pPr>
            <a:r>
              <a:rPr lang="it-IT" sz="2000" dirty="0" err="1">
                <a:solidFill>
                  <a:srgbClr val="000000"/>
                </a:solidFill>
              </a:rPr>
              <a:t>Verifier</a:t>
            </a:r>
            <a:endParaRPr lang="en-US" sz="2000" dirty="0">
              <a:solidFill>
                <a:srgbClr val="000000"/>
              </a:solidFill>
            </a:endParaRPr>
          </a:p>
        </p:txBody>
      </p:sp>
      <p:pic>
        <p:nvPicPr>
          <p:cNvPr id="10" name="Immagine 9" descr="Immagine che contiene cerchio, Pesi&#10;&#10;Descrizione generata automaticamente">
            <a:extLst>
              <a:ext uri="{FF2B5EF4-FFF2-40B4-BE49-F238E27FC236}">
                <a16:creationId xmlns:a16="http://schemas.microsoft.com/office/drawing/2014/main" id="{705C6573-257B-6C08-BC6D-AF5C34F3A45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6576" y="2642040"/>
            <a:ext cx="3377176" cy="1327721"/>
          </a:xfrm>
          <a:prstGeom prst="rect">
            <a:avLst/>
          </a:prstGeom>
        </p:spPr>
      </p:pic>
      <p:sp>
        <p:nvSpPr>
          <p:cNvPr id="8" name="CasellaDiTesto 7">
            <a:extLst>
              <a:ext uri="{FF2B5EF4-FFF2-40B4-BE49-F238E27FC236}">
                <a16:creationId xmlns:a16="http://schemas.microsoft.com/office/drawing/2014/main" id="{B1047A9D-DDDD-87DE-6DA0-D02A22413E62}"/>
              </a:ext>
            </a:extLst>
          </p:cNvPr>
          <p:cNvSpPr txBox="1"/>
          <p:nvPr/>
        </p:nvSpPr>
        <p:spPr bwMode="auto">
          <a:xfrm>
            <a:off x="5362088" y="2900130"/>
            <a:ext cx="2656544" cy="70788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0" indent="0" algn="ctr">
              <a:buNone/>
            </a:pPr>
            <a:r>
              <a:rPr lang="it-IT" sz="2000" dirty="0">
                <a:solidFill>
                  <a:srgbClr val="000000"/>
                </a:solidFill>
              </a:rPr>
              <a:t>«Apri i commitment dell’arco (1, 2)»</a:t>
            </a:r>
            <a:endParaRPr lang="en-US" sz="2000" dirty="0">
              <a:solidFill>
                <a:srgbClr val="000000"/>
              </a:solidFill>
            </a:endParaRPr>
          </a:p>
        </p:txBody>
      </p:sp>
      <p:sp>
        <p:nvSpPr>
          <p:cNvPr id="13" name="CasellaDiTesto 12">
            <a:extLst>
              <a:ext uri="{FF2B5EF4-FFF2-40B4-BE49-F238E27FC236}">
                <a16:creationId xmlns:a16="http://schemas.microsoft.com/office/drawing/2014/main" id="{AC75B699-5EBF-34D1-DA51-84A148E942AE}"/>
              </a:ext>
            </a:extLst>
          </p:cNvPr>
          <p:cNvSpPr txBox="1"/>
          <p:nvPr/>
        </p:nvSpPr>
        <p:spPr bwMode="auto">
          <a:xfrm>
            <a:off x="1778000" y="873100"/>
            <a:ext cx="5588000" cy="70788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0" indent="0" algn="ctr">
              <a:buNone/>
            </a:pPr>
            <a:r>
              <a:rPr lang="it-IT" sz="2000" dirty="0"/>
              <a:t>Schema per la simulazione nel caso del numero di round non costante</a:t>
            </a:r>
            <a:endParaRPr lang="en-US" sz="2000" dirty="0"/>
          </a:p>
        </p:txBody>
      </p:sp>
      <p:sp>
        <p:nvSpPr>
          <p:cNvPr id="15" name="CasellaDiTesto 14">
            <a:extLst>
              <a:ext uri="{FF2B5EF4-FFF2-40B4-BE49-F238E27FC236}">
                <a16:creationId xmlns:a16="http://schemas.microsoft.com/office/drawing/2014/main" id="{D8FCAD2A-4E3D-885F-03FF-994DFE8F7898}"/>
              </a:ext>
            </a:extLst>
          </p:cNvPr>
          <p:cNvSpPr txBox="1"/>
          <p:nvPr/>
        </p:nvSpPr>
        <p:spPr bwMode="auto">
          <a:xfrm>
            <a:off x="1534160" y="1686560"/>
            <a:ext cx="1564640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0" indent="0" algn="ctr">
              <a:buNone/>
            </a:pPr>
            <a:r>
              <a:rPr lang="it-IT" sz="2000" dirty="0">
                <a:solidFill>
                  <a:srgbClr val="000000"/>
                </a:solidFill>
              </a:rPr>
              <a:t>Simulatore</a:t>
            </a:r>
            <a:endParaRPr lang="en-US" sz="2000" dirty="0">
              <a:solidFill>
                <a:srgbClr val="000000"/>
              </a:solidFill>
            </a:endParaRPr>
          </a:p>
        </p:txBody>
      </p:sp>
      <p:sp>
        <p:nvSpPr>
          <p:cNvPr id="3" name="CasellaDiTesto 2">
            <a:extLst>
              <a:ext uri="{FF2B5EF4-FFF2-40B4-BE49-F238E27FC236}">
                <a16:creationId xmlns:a16="http://schemas.microsoft.com/office/drawing/2014/main" id="{D09862D4-E3E5-A017-EBD4-F65FBA1622A3}"/>
              </a:ext>
            </a:extLst>
          </p:cNvPr>
          <p:cNvSpPr txBox="1"/>
          <p:nvPr/>
        </p:nvSpPr>
        <p:spPr bwMode="auto">
          <a:xfrm>
            <a:off x="5770880" y="2194391"/>
            <a:ext cx="919480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0" indent="0" algn="ctr">
              <a:buNone/>
            </a:pPr>
            <a:r>
              <a:rPr lang="it-IT" sz="2000" dirty="0">
                <a:solidFill>
                  <a:srgbClr val="000000"/>
                </a:solidFill>
              </a:rPr>
              <a:t>(2, 3), </a:t>
            </a:r>
            <a:endParaRPr lang="en-US" sz="2000" dirty="0"/>
          </a:p>
        </p:txBody>
      </p:sp>
      <p:sp>
        <p:nvSpPr>
          <p:cNvPr id="5" name="CasellaDiTesto 4">
            <a:extLst>
              <a:ext uri="{FF2B5EF4-FFF2-40B4-BE49-F238E27FC236}">
                <a16:creationId xmlns:a16="http://schemas.microsoft.com/office/drawing/2014/main" id="{475F0171-9BC3-32E9-20AA-EBCCA59D933D}"/>
              </a:ext>
            </a:extLst>
          </p:cNvPr>
          <p:cNvSpPr txBox="1"/>
          <p:nvPr/>
        </p:nvSpPr>
        <p:spPr bwMode="auto">
          <a:xfrm>
            <a:off x="2463800" y="4804053"/>
            <a:ext cx="4226560" cy="70788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0" indent="0" algn="ctr">
              <a:buNone/>
            </a:pPr>
            <a:r>
              <a:rPr lang="it-IT" sz="2000" dirty="0"/>
              <a:t>Non ho una colorazione valida per quei nodi: eseguo il </a:t>
            </a:r>
            <a:r>
              <a:rPr lang="it-IT" sz="2000" dirty="0" err="1"/>
              <a:t>rewinding</a:t>
            </a:r>
            <a:r>
              <a:rPr lang="it-IT" sz="2000" dirty="0"/>
              <a:t> di V</a:t>
            </a:r>
            <a:endParaRPr lang="en-US" sz="2000" dirty="0"/>
          </a:p>
        </p:txBody>
      </p:sp>
      <p:sp>
        <p:nvSpPr>
          <p:cNvPr id="11" name="CasellaDiTesto 10">
            <a:extLst>
              <a:ext uri="{FF2B5EF4-FFF2-40B4-BE49-F238E27FC236}">
                <a16:creationId xmlns:a16="http://schemas.microsoft.com/office/drawing/2014/main" id="{C317525B-56CA-47EA-59CE-9BC172107556}"/>
              </a:ext>
            </a:extLst>
          </p:cNvPr>
          <p:cNvSpPr txBox="1"/>
          <p:nvPr/>
        </p:nvSpPr>
        <p:spPr bwMode="auto">
          <a:xfrm>
            <a:off x="6248400" y="2194391"/>
            <a:ext cx="1320800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0" indent="0" algn="ctr">
              <a:buNone/>
            </a:pPr>
            <a:r>
              <a:rPr lang="it-IT" sz="2000" dirty="0">
                <a:solidFill>
                  <a:srgbClr val="000000"/>
                </a:solidFill>
              </a:rPr>
              <a:t> (1, 2)</a:t>
            </a:r>
            <a:endParaRPr lang="en-US" sz="2000" dirty="0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41104833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spd="med">
        <p159:morph option="byObject"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path" presetSubtype="0" accel="50000" decel="5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4.44444E-6 -4.07407E-6 L 0.34757 -0.00023 " pathEditMode="relative" rAng="0" ptsTypes="AA">
                                      <p:cBhvr>
                                        <p:cTn id="6" dur="2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7378" y="-23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Immagine 15" descr="Immagine che contiene cerchio, linea&#10;&#10;Descrizione generata automaticamente">
            <a:extLst>
              <a:ext uri="{FF2B5EF4-FFF2-40B4-BE49-F238E27FC236}">
                <a16:creationId xmlns:a16="http://schemas.microsoft.com/office/drawing/2014/main" id="{050CC4BB-A609-BD05-F4B8-147B36E8D9E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6575" y="2642039"/>
            <a:ext cx="3377177" cy="1327721"/>
          </a:xfrm>
          <a:prstGeom prst="rect">
            <a:avLst/>
          </a:prstGeom>
        </p:spPr>
      </p:pic>
      <p:sp>
        <p:nvSpPr>
          <p:cNvPr id="9" name="Segnaposto piè di pagina 4">
            <a:extLst>
              <a:ext uri="{FF2B5EF4-FFF2-40B4-BE49-F238E27FC236}">
                <a16:creationId xmlns:a16="http://schemas.microsoft.com/office/drawing/2014/main" id="{713867C7-99F0-42C1-BDF1-1330231C60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295400" y="6219825"/>
            <a:ext cx="2895600" cy="457200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rgbClr val="822433"/>
              </a:buClr>
              <a:buChar char="•"/>
              <a:defRPr sz="24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16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14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12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r>
              <a:rPr lang="it-IT" altLang="it-IT" sz="1100" dirty="0" err="1">
                <a:solidFill>
                  <a:schemeClr val="bg1"/>
                </a:solidFill>
              </a:rPr>
              <a:t>Integrating</a:t>
            </a:r>
            <a:r>
              <a:rPr lang="it-IT" altLang="it-IT" sz="1100" dirty="0">
                <a:solidFill>
                  <a:schemeClr val="bg1"/>
                </a:solidFill>
              </a:rPr>
              <a:t> Zero-Knowledge in SCAPI</a:t>
            </a:r>
          </a:p>
        </p:txBody>
      </p:sp>
      <p:sp>
        <p:nvSpPr>
          <p:cNvPr id="6" name="Segnaposto data 3">
            <a:extLst>
              <a:ext uri="{FF2B5EF4-FFF2-40B4-BE49-F238E27FC236}">
                <a16:creationId xmlns:a16="http://schemas.microsoft.com/office/drawing/2014/main" id="{55BEB4CF-D7F4-07C6-F774-7F44CFB6B3E3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343400" y="6146800"/>
            <a:ext cx="1905000" cy="457200"/>
          </a:xfrm>
        </p:spPr>
        <p:txBody>
          <a:bodyPr/>
          <a:lstStyle/>
          <a:p>
            <a:r>
              <a:rPr lang="it-IT" altLang="it-IT" dirty="0">
                <a:solidFill>
                  <a:schemeClr val="bg1"/>
                </a:solidFill>
              </a:rPr>
              <a:t>11/12/2023</a:t>
            </a:r>
          </a:p>
          <a:p>
            <a:endParaRPr lang="it-IT" altLang="it-IT" dirty="0"/>
          </a:p>
        </p:txBody>
      </p:sp>
      <p:sp>
        <p:nvSpPr>
          <p:cNvPr id="2" name="Segnaposto numero diapositiva 5">
            <a:extLst>
              <a:ext uri="{FF2B5EF4-FFF2-40B4-BE49-F238E27FC236}">
                <a16:creationId xmlns:a16="http://schemas.microsoft.com/office/drawing/2014/main" id="{23CDD47C-4CEB-8639-F2E7-D6D2F85D31A7}"/>
              </a:ext>
            </a:extLst>
          </p:cNvPr>
          <p:cNvSpPr txBox="1">
            <a:spLocks/>
          </p:cNvSpPr>
          <p:nvPr/>
        </p:nvSpPr>
        <p:spPr bwMode="auto">
          <a:xfrm>
            <a:off x="6548472" y="6146800"/>
            <a:ext cx="19050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defPPr>
              <a:defRPr lang="it-IT"/>
            </a:defPPr>
            <a:lvl1pPr algn="r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22433"/>
              </a:buClr>
              <a:buChar char="•"/>
              <a:defRPr sz="2400" kern="12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 kern="12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1600" kern="12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1400" kern="12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 kern="12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defRPr>
            </a:lvl5pPr>
            <a:lvl6pPr marL="2514600" indent="-228600" algn="l" defTabSz="914400" rtl="0" eaLnBrk="0" fontAlgn="base" latinLnBrk="0" hangingPunct="0">
              <a:spcBef>
                <a:spcPct val="20000"/>
              </a:spcBef>
              <a:spcAft>
                <a:spcPct val="0"/>
              </a:spcAft>
              <a:buChar char="»"/>
              <a:defRPr sz="1200" kern="12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defRPr>
            </a:lvl6pPr>
            <a:lvl7pPr marL="2971800" indent="-228600" algn="l" defTabSz="914400" rtl="0" eaLnBrk="0" fontAlgn="base" latinLnBrk="0" hangingPunct="0">
              <a:spcBef>
                <a:spcPct val="20000"/>
              </a:spcBef>
              <a:spcAft>
                <a:spcPct val="0"/>
              </a:spcAft>
              <a:buChar char="»"/>
              <a:defRPr sz="1200" kern="12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defRPr>
            </a:lvl7pPr>
            <a:lvl8pPr marL="3429000" indent="-228600" algn="l" defTabSz="914400" rtl="0" eaLnBrk="0" fontAlgn="base" latinLnBrk="0" hangingPunct="0">
              <a:spcBef>
                <a:spcPct val="20000"/>
              </a:spcBef>
              <a:spcAft>
                <a:spcPct val="0"/>
              </a:spcAft>
              <a:buChar char="»"/>
              <a:defRPr sz="1200" kern="12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defRPr>
            </a:lvl8pPr>
            <a:lvl9pPr marL="3886200" indent="-228600" algn="l" defTabSz="914400" rtl="0" eaLnBrk="0" fontAlgn="base" latinLnBrk="0" hangingPunct="0">
              <a:spcBef>
                <a:spcPct val="20000"/>
              </a:spcBef>
              <a:spcAft>
                <a:spcPct val="0"/>
              </a:spcAft>
              <a:buChar char="»"/>
              <a:defRPr sz="1200" kern="12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r>
              <a:rPr lang="it-IT" altLang="it-IT" sz="1100" dirty="0">
                <a:solidFill>
                  <a:schemeClr val="bg1"/>
                </a:solidFill>
              </a:rPr>
              <a:t>Pagina 5</a:t>
            </a:r>
          </a:p>
        </p:txBody>
      </p:sp>
      <p:sp>
        <p:nvSpPr>
          <p:cNvPr id="4" name="Rectangle 2">
            <a:extLst>
              <a:ext uri="{FF2B5EF4-FFF2-40B4-BE49-F238E27FC236}">
                <a16:creationId xmlns:a16="http://schemas.microsoft.com/office/drawing/2014/main" id="{08C22CE2-C3D6-2049-0DF7-E203F0E1DD6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0" y="368275"/>
            <a:ext cx="9144000" cy="5048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2400" b="1" kern="1200">
                <a:solidFill>
                  <a:srgbClr val="822433"/>
                </a:solidFill>
                <a:latin typeface="+mj-lt"/>
                <a:ea typeface="+mj-ea"/>
                <a:cs typeface="+mj-cs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822433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822433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822433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822433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822433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822433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822433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822433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algn="ctr" eaLnBrk="1" hangingPunct="1"/>
            <a:r>
              <a:rPr lang="it-IT" altLang="it-IT" dirty="0"/>
              <a:t>Problema della 3-Colorazione di un grafo</a:t>
            </a:r>
          </a:p>
        </p:txBody>
      </p:sp>
      <p:sp>
        <p:nvSpPr>
          <p:cNvPr id="7" name="CasellaDiTesto 6">
            <a:extLst>
              <a:ext uri="{FF2B5EF4-FFF2-40B4-BE49-F238E27FC236}">
                <a16:creationId xmlns:a16="http://schemas.microsoft.com/office/drawing/2014/main" id="{C05C5399-722D-787C-D4B4-E413C554E92C}"/>
              </a:ext>
            </a:extLst>
          </p:cNvPr>
          <p:cNvSpPr txBox="1"/>
          <p:nvPr/>
        </p:nvSpPr>
        <p:spPr bwMode="auto">
          <a:xfrm>
            <a:off x="5770880" y="1686560"/>
            <a:ext cx="1838960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0" indent="0" algn="ctr">
              <a:buNone/>
            </a:pPr>
            <a:r>
              <a:rPr lang="it-IT" sz="2000" dirty="0" err="1">
                <a:solidFill>
                  <a:srgbClr val="000000"/>
                </a:solidFill>
              </a:rPr>
              <a:t>Verifier</a:t>
            </a:r>
            <a:endParaRPr lang="en-US" sz="2000" dirty="0">
              <a:solidFill>
                <a:srgbClr val="000000"/>
              </a:solidFill>
            </a:endParaRPr>
          </a:p>
        </p:txBody>
      </p:sp>
      <p:sp>
        <p:nvSpPr>
          <p:cNvPr id="8" name="CasellaDiTesto 7">
            <a:extLst>
              <a:ext uri="{FF2B5EF4-FFF2-40B4-BE49-F238E27FC236}">
                <a16:creationId xmlns:a16="http://schemas.microsoft.com/office/drawing/2014/main" id="{B1047A9D-DDDD-87DE-6DA0-D02A22413E62}"/>
              </a:ext>
            </a:extLst>
          </p:cNvPr>
          <p:cNvSpPr txBox="1"/>
          <p:nvPr/>
        </p:nvSpPr>
        <p:spPr bwMode="auto">
          <a:xfrm>
            <a:off x="5362088" y="2900130"/>
            <a:ext cx="2656544" cy="70788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0" indent="0" algn="ctr">
              <a:buNone/>
            </a:pPr>
            <a:r>
              <a:rPr lang="it-IT" sz="2000" dirty="0">
                <a:solidFill>
                  <a:srgbClr val="000000"/>
                </a:solidFill>
              </a:rPr>
              <a:t>«Apri i commitment dell’arco (2, 4)»</a:t>
            </a:r>
            <a:endParaRPr lang="en-US" sz="2000" dirty="0">
              <a:solidFill>
                <a:srgbClr val="000000"/>
              </a:solidFill>
            </a:endParaRPr>
          </a:p>
        </p:txBody>
      </p:sp>
      <p:sp>
        <p:nvSpPr>
          <p:cNvPr id="13" name="CasellaDiTesto 12">
            <a:extLst>
              <a:ext uri="{FF2B5EF4-FFF2-40B4-BE49-F238E27FC236}">
                <a16:creationId xmlns:a16="http://schemas.microsoft.com/office/drawing/2014/main" id="{AC75B699-5EBF-34D1-DA51-84A148E942AE}"/>
              </a:ext>
            </a:extLst>
          </p:cNvPr>
          <p:cNvSpPr txBox="1"/>
          <p:nvPr/>
        </p:nvSpPr>
        <p:spPr bwMode="auto">
          <a:xfrm>
            <a:off x="1778000" y="873100"/>
            <a:ext cx="5588000" cy="70788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0" indent="0" algn="ctr">
              <a:buNone/>
            </a:pPr>
            <a:r>
              <a:rPr lang="it-IT" sz="2000" dirty="0"/>
              <a:t>Schema per la simulazione nel caso del numero di round non costante</a:t>
            </a:r>
            <a:endParaRPr lang="en-US" sz="2000" dirty="0"/>
          </a:p>
        </p:txBody>
      </p:sp>
      <p:sp>
        <p:nvSpPr>
          <p:cNvPr id="15" name="CasellaDiTesto 14">
            <a:extLst>
              <a:ext uri="{FF2B5EF4-FFF2-40B4-BE49-F238E27FC236}">
                <a16:creationId xmlns:a16="http://schemas.microsoft.com/office/drawing/2014/main" id="{D8FCAD2A-4E3D-885F-03FF-994DFE8F7898}"/>
              </a:ext>
            </a:extLst>
          </p:cNvPr>
          <p:cNvSpPr txBox="1"/>
          <p:nvPr/>
        </p:nvSpPr>
        <p:spPr bwMode="auto">
          <a:xfrm>
            <a:off x="1534160" y="1686560"/>
            <a:ext cx="1564640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0" indent="0" algn="ctr">
              <a:buNone/>
            </a:pPr>
            <a:r>
              <a:rPr lang="it-IT" sz="2000" dirty="0">
                <a:solidFill>
                  <a:srgbClr val="000000"/>
                </a:solidFill>
              </a:rPr>
              <a:t>Simulatore</a:t>
            </a:r>
            <a:endParaRPr lang="en-US" sz="2000" dirty="0">
              <a:solidFill>
                <a:srgbClr val="000000"/>
              </a:solidFill>
            </a:endParaRPr>
          </a:p>
        </p:txBody>
      </p:sp>
      <p:sp>
        <p:nvSpPr>
          <p:cNvPr id="12" name="CasellaDiTesto 11">
            <a:extLst>
              <a:ext uri="{FF2B5EF4-FFF2-40B4-BE49-F238E27FC236}">
                <a16:creationId xmlns:a16="http://schemas.microsoft.com/office/drawing/2014/main" id="{45D79EDD-D275-155D-26AA-D5AD30E9E533}"/>
              </a:ext>
            </a:extLst>
          </p:cNvPr>
          <p:cNvSpPr txBox="1"/>
          <p:nvPr/>
        </p:nvSpPr>
        <p:spPr bwMode="auto">
          <a:xfrm>
            <a:off x="2463800" y="4804053"/>
            <a:ext cx="4226560" cy="10156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0" indent="0" algn="ctr">
              <a:buNone/>
            </a:pPr>
            <a:r>
              <a:rPr lang="it-IT" sz="2000" dirty="0"/>
              <a:t>Ho una colorazione valida per quei nodi: apro i commitments e passo alla prossima iterazione</a:t>
            </a:r>
            <a:endParaRPr lang="en-US" sz="2000" dirty="0"/>
          </a:p>
        </p:txBody>
      </p:sp>
      <p:sp>
        <p:nvSpPr>
          <p:cNvPr id="28" name="CasellaDiTesto 27">
            <a:extLst>
              <a:ext uri="{FF2B5EF4-FFF2-40B4-BE49-F238E27FC236}">
                <a16:creationId xmlns:a16="http://schemas.microsoft.com/office/drawing/2014/main" id="{EF3A0E0D-A4B9-404C-6D08-C79945CE42C4}"/>
              </a:ext>
            </a:extLst>
          </p:cNvPr>
          <p:cNvSpPr txBox="1"/>
          <p:nvPr/>
        </p:nvSpPr>
        <p:spPr bwMode="auto">
          <a:xfrm>
            <a:off x="5770880" y="2194391"/>
            <a:ext cx="919480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0" indent="0" algn="ctr">
              <a:buNone/>
            </a:pPr>
            <a:r>
              <a:rPr lang="it-IT" sz="2000" dirty="0">
                <a:solidFill>
                  <a:srgbClr val="000000"/>
                </a:solidFill>
              </a:rPr>
              <a:t>(2, 3), </a:t>
            </a:r>
            <a:endParaRPr lang="en-US" sz="2000" dirty="0"/>
          </a:p>
        </p:txBody>
      </p:sp>
      <p:sp>
        <p:nvSpPr>
          <p:cNvPr id="29" name="CasellaDiTesto 28">
            <a:extLst>
              <a:ext uri="{FF2B5EF4-FFF2-40B4-BE49-F238E27FC236}">
                <a16:creationId xmlns:a16="http://schemas.microsoft.com/office/drawing/2014/main" id="{C78C1EAA-5B7F-4A70-D82D-264946314F13}"/>
              </a:ext>
            </a:extLst>
          </p:cNvPr>
          <p:cNvSpPr txBox="1"/>
          <p:nvPr/>
        </p:nvSpPr>
        <p:spPr bwMode="auto">
          <a:xfrm>
            <a:off x="9347200" y="2194391"/>
            <a:ext cx="1320800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0" indent="0" algn="ctr">
              <a:buNone/>
            </a:pPr>
            <a:r>
              <a:rPr lang="it-IT" sz="2000" dirty="0">
                <a:solidFill>
                  <a:srgbClr val="000000"/>
                </a:solidFill>
              </a:rPr>
              <a:t> (2, 4)</a:t>
            </a:r>
            <a:endParaRPr lang="en-US" sz="2000" dirty="0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24274710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spd="med">
        <p159:morph option="byObject"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path" presetSubtype="0" accel="50000" decel="5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4.44444E-6 -4.07407E-6 L -0.3342 -0.00232 " pathEditMode="relative" rAng="0" ptsTypes="AA">
                                      <p:cBhvr>
                                        <p:cTn id="6" dur="20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17222" y="-23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9" grpId="0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Segnaposto piè di pagina 4">
            <a:extLst>
              <a:ext uri="{FF2B5EF4-FFF2-40B4-BE49-F238E27FC236}">
                <a16:creationId xmlns:a16="http://schemas.microsoft.com/office/drawing/2014/main" id="{713867C7-99F0-42C1-BDF1-1330231C60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295400" y="6219825"/>
            <a:ext cx="2895600" cy="457200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rgbClr val="822433"/>
              </a:buClr>
              <a:buChar char="•"/>
              <a:defRPr sz="24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16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14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12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r>
              <a:rPr lang="it-IT" altLang="it-IT" sz="1100" dirty="0" err="1">
                <a:solidFill>
                  <a:schemeClr val="bg1"/>
                </a:solidFill>
              </a:rPr>
              <a:t>Integrating</a:t>
            </a:r>
            <a:r>
              <a:rPr lang="it-IT" altLang="it-IT" sz="1100" dirty="0">
                <a:solidFill>
                  <a:schemeClr val="bg1"/>
                </a:solidFill>
              </a:rPr>
              <a:t> Zero-Knowledge in SCAPI</a:t>
            </a:r>
          </a:p>
        </p:txBody>
      </p:sp>
      <p:sp>
        <p:nvSpPr>
          <p:cNvPr id="6" name="Segnaposto data 3">
            <a:extLst>
              <a:ext uri="{FF2B5EF4-FFF2-40B4-BE49-F238E27FC236}">
                <a16:creationId xmlns:a16="http://schemas.microsoft.com/office/drawing/2014/main" id="{55BEB4CF-D7F4-07C6-F774-7F44CFB6B3E3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343400" y="6146800"/>
            <a:ext cx="1905000" cy="457200"/>
          </a:xfrm>
        </p:spPr>
        <p:txBody>
          <a:bodyPr/>
          <a:lstStyle/>
          <a:p>
            <a:r>
              <a:rPr lang="it-IT" altLang="it-IT" dirty="0">
                <a:solidFill>
                  <a:schemeClr val="bg1"/>
                </a:solidFill>
              </a:rPr>
              <a:t>11/12/2023</a:t>
            </a:r>
          </a:p>
          <a:p>
            <a:endParaRPr lang="it-IT" altLang="it-IT" dirty="0"/>
          </a:p>
        </p:txBody>
      </p:sp>
      <p:sp>
        <p:nvSpPr>
          <p:cNvPr id="21" name="Rettangolo 20">
            <a:extLst>
              <a:ext uri="{FF2B5EF4-FFF2-40B4-BE49-F238E27FC236}">
                <a16:creationId xmlns:a16="http://schemas.microsoft.com/office/drawing/2014/main" id="{D0BA5FCB-10D6-0CD3-0772-A1B020E3967E}"/>
              </a:ext>
            </a:extLst>
          </p:cNvPr>
          <p:cNvSpPr/>
          <p:nvPr/>
        </p:nvSpPr>
        <p:spPr bwMode="auto">
          <a:xfrm>
            <a:off x="0" y="620688"/>
            <a:ext cx="3960440" cy="246224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it-IT" sz="900" b="0" i="0" u="none" strike="noStrike" cap="none" normalizeH="0" baseline="0">
              <a:ln>
                <a:noFill/>
              </a:ln>
              <a:solidFill>
                <a:schemeClr val="bg1"/>
              </a:solidFill>
              <a:effectLst/>
              <a:latin typeface="Arial" panose="020B0604020202020204" pitchFamily="34" charset="0"/>
              <a:ea typeface="ＭＳ Ｐゴシック" panose="020B0600070205080204" pitchFamily="34" charset="-128"/>
            </a:endParaRPr>
          </a:p>
        </p:txBody>
      </p:sp>
      <p:sp>
        <p:nvSpPr>
          <p:cNvPr id="2" name="Segnaposto numero diapositiva 5">
            <a:extLst>
              <a:ext uri="{FF2B5EF4-FFF2-40B4-BE49-F238E27FC236}">
                <a16:creationId xmlns:a16="http://schemas.microsoft.com/office/drawing/2014/main" id="{23CDD47C-4CEB-8639-F2E7-D6D2F85D31A7}"/>
              </a:ext>
            </a:extLst>
          </p:cNvPr>
          <p:cNvSpPr txBox="1">
            <a:spLocks/>
          </p:cNvSpPr>
          <p:nvPr/>
        </p:nvSpPr>
        <p:spPr bwMode="auto">
          <a:xfrm>
            <a:off x="6548472" y="6146800"/>
            <a:ext cx="19050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defPPr>
              <a:defRPr lang="it-IT"/>
            </a:defPPr>
            <a:lvl1pPr algn="r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22433"/>
              </a:buClr>
              <a:buChar char="•"/>
              <a:defRPr sz="2400" kern="12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 kern="12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1600" kern="12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1400" kern="12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 kern="12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defRPr>
            </a:lvl5pPr>
            <a:lvl6pPr marL="2514600" indent="-228600" algn="l" defTabSz="914400" rtl="0" eaLnBrk="0" fontAlgn="base" latinLnBrk="0" hangingPunct="0">
              <a:spcBef>
                <a:spcPct val="20000"/>
              </a:spcBef>
              <a:spcAft>
                <a:spcPct val="0"/>
              </a:spcAft>
              <a:buChar char="»"/>
              <a:defRPr sz="1200" kern="12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defRPr>
            </a:lvl6pPr>
            <a:lvl7pPr marL="2971800" indent="-228600" algn="l" defTabSz="914400" rtl="0" eaLnBrk="0" fontAlgn="base" latinLnBrk="0" hangingPunct="0">
              <a:spcBef>
                <a:spcPct val="20000"/>
              </a:spcBef>
              <a:spcAft>
                <a:spcPct val="0"/>
              </a:spcAft>
              <a:buChar char="»"/>
              <a:defRPr sz="1200" kern="12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defRPr>
            </a:lvl7pPr>
            <a:lvl8pPr marL="3429000" indent="-228600" algn="l" defTabSz="914400" rtl="0" eaLnBrk="0" fontAlgn="base" latinLnBrk="0" hangingPunct="0">
              <a:spcBef>
                <a:spcPct val="20000"/>
              </a:spcBef>
              <a:spcAft>
                <a:spcPct val="0"/>
              </a:spcAft>
              <a:buChar char="»"/>
              <a:defRPr sz="1200" kern="12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defRPr>
            </a:lvl8pPr>
            <a:lvl9pPr marL="3886200" indent="-228600" algn="l" defTabSz="914400" rtl="0" eaLnBrk="0" fontAlgn="base" latinLnBrk="0" hangingPunct="0">
              <a:spcBef>
                <a:spcPct val="20000"/>
              </a:spcBef>
              <a:spcAft>
                <a:spcPct val="0"/>
              </a:spcAft>
              <a:buChar char="»"/>
              <a:defRPr sz="1200" kern="12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r>
              <a:rPr lang="it-IT" altLang="it-IT" sz="1100" dirty="0">
                <a:solidFill>
                  <a:schemeClr val="bg1"/>
                </a:solidFill>
              </a:rPr>
              <a:t>Pagina 6</a:t>
            </a:r>
          </a:p>
        </p:txBody>
      </p:sp>
      <p:sp>
        <p:nvSpPr>
          <p:cNvPr id="4" name="Rectangle 2">
            <a:extLst>
              <a:ext uri="{FF2B5EF4-FFF2-40B4-BE49-F238E27FC236}">
                <a16:creationId xmlns:a16="http://schemas.microsoft.com/office/drawing/2014/main" id="{08C22CE2-C3D6-2049-0DF7-E203F0E1DD6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0" y="2830523"/>
            <a:ext cx="9144000" cy="5048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2400" b="1" kern="1200">
                <a:solidFill>
                  <a:srgbClr val="822433"/>
                </a:solidFill>
                <a:latin typeface="+mj-lt"/>
                <a:ea typeface="+mj-ea"/>
                <a:cs typeface="+mj-cs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822433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822433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822433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822433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822433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822433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822433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822433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algn="ctr" eaLnBrk="1" hangingPunct="1"/>
            <a:r>
              <a:rPr lang="it-IT" altLang="it-IT" dirty="0" err="1"/>
              <a:t>Predictable</a:t>
            </a:r>
            <a:r>
              <a:rPr lang="it-IT" altLang="it-IT" dirty="0"/>
              <a:t> </a:t>
            </a:r>
            <a:r>
              <a:rPr lang="it-IT" altLang="it-IT" dirty="0" err="1"/>
              <a:t>Arguments</a:t>
            </a:r>
            <a:r>
              <a:rPr lang="it-IT" altLang="it-IT" dirty="0"/>
              <a:t> of Knowledge</a:t>
            </a:r>
          </a:p>
        </p:txBody>
      </p:sp>
    </p:spTree>
    <p:extLst>
      <p:ext uri="{BB962C8B-B14F-4D97-AF65-F5344CB8AC3E}">
        <p14:creationId xmlns:p14="http://schemas.microsoft.com/office/powerpoint/2010/main" val="1272533983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spd="med">
        <p159:morph option="byObject"/>
      </p:transition>
    </mc:Choice>
    <mc:Fallback>
      <p:transition spd="med">
        <p:fade/>
      </p:transition>
    </mc:Fallback>
  </mc:AlternateContent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Segnaposto piè di pagina 4">
            <a:extLst>
              <a:ext uri="{FF2B5EF4-FFF2-40B4-BE49-F238E27FC236}">
                <a16:creationId xmlns:a16="http://schemas.microsoft.com/office/drawing/2014/main" id="{713867C7-99F0-42C1-BDF1-1330231C60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295400" y="6219825"/>
            <a:ext cx="2895600" cy="457200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rgbClr val="822433"/>
              </a:buClr>
              <a:buChar char="•"/>
              <a:defRPr sz="24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16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14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12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r>
              <a:rPr lang="it-IT" altLang="it-IT" sz="1100" dirty="0" err="1">
                <a:solidFill>
                  <a:schemeClr val="bg1"/>
                </a:solidFill>
              </a:rPr>
              <a:t>Integrating</a:t>
            </a:r>
            <a:r>
              <a:rPr lang="it-IT" altLang="it-IT" sz="1100" dirty="0">
                <a:solidFill>
                  <a:schemeClr val="bg1"/>
                </a:solidFill>
              </a:rPr>
              <a:t> Zero-Knowledge in SCAPI</a:t>
            </a:r>
          </a:p>
        </p:txBody>
      </p:sp>
      <p:sp>
        <p:nvSpPr>
          <p:cNvPr id="6" name="Segnaposto data 3">
            <a:extLst>
              <a:ext uri="{FF2B5EF4-FFF2-40B4-BE49-F238E27FC236}">
                <a16:creationId xmlns:a16="http://schemas.microsoft.com/office/drawing/2014/main" id="{55BEB4CF-D7F4-07C6-F774-7F44CFB6B3E3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343400" y="6146800"/>
            <a:ext cx="1905000" cy="457200"/>
          </a:xfrm>
        </p:spPr>
        <p:txBody>
          <a:bodyPr/>
          <a:lstStyle/>
          <a:p>
            <a:r>
              <a:rPr lang="it-IT" altLang="it-IT" dirty="0">
                <a:solidFill>
                  <a:schemeClr val="bg1"/>
                </a:solidFill>
              </a:rPr>
              <a:t>11/12/2023</a:t>
            </a:r>
          </a:p>
          <a:p>
            <a:endParaRPr lang="it-IT" altLang="it-IT" dirty="0"/>
          </a:p>
        </p:txBody>
      </p:sp>
      <p:sp>
        <p:nvSpPr>
          <p:cNvPr id="21" name="Rettangolo 20">
            <a:extLst>
              <a:ext uri="{FF2B5EF4-FFF2-40B4-BE49-F238E27FC236}">
                <a16:creationId xmlns:a16="http://schemas.microsoft.com/office/drawing/2014/main" id="{D0BA5FCB-10D6-0CD3-0772-A1B020E3967E}"/>
              </a:ext>
            </a:extLst>
          </p:cNvPr>
          <p:cNvSpPr/>
          <p:nvPr/>
        </p:nvSpPr>
        <p:spPr bwMode="auto">
          <a:xfrm>
            <a:off x="0" y="620688"/>
            <a:ext cx="3960440" cy="246224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it-IT" sz="900" b="0" i="0" u="none" strike="noStrike" cap="none" normalizeH="0" baseline="0">
              <a:ln>
                <a:noFill/>
              </a:ln>
              <a:solidFill>
                <a:schemeClr val="bg1"/>
              </a:solidFill>
              <a:effectLst/>
              <a:latin typeface="Arial" panose="020B0604020202020204" pitchFamily="34" charset="0"/>
              <a:ea typeface="ＭＳ Ｐゴシック" panose="020B0600070205080204" pitchFamily="34" charset="-128"/>
            </a:endParaRPr>
          </a:p>
        </p:txBody>
      </p:sp>
      <p:sp>
        <p:nvSpPr>
          <p:cNvPr id="2" name="Segnaposto numero diapositiva 5">
            <a:extLst>
              <a:ext uri="{FF2B5EF4-FFF2-40B4-BE49-F238E27FC236}">
                <a16:creationId xmlns:a16="http://schemas.microsoft.com/office/drawing/2014/main" id="{23CDD47C-4CEB-8639-F2E7-D6D2F85D31A7}"/>
              </a:ext>
            </a:extLst>
          </p:cNvPr>
          <p:cNvSpPr txBox="1">
            <a:spLocks/>
          </p:cNvSpPr>
          <p:nvPr/>
        </p:nvSpPr>
        <p:spPr bwMode="auto">
          <a:xfrm>
            <a:off x="6548472" y="6146800"/>
            <a:ext cx="19050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defPPr>
              <a:defRPr lang="it-IT"/>
            </a:defPPr>
            <a:lvl1pPr algn="r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22433"/>
              </a:buClr>
              <a:buChar char="•"/>
              <a:defRPr sz="2400" kern="12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 kern="12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1600" kern="12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1400" kern="12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 kern="12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defRPr>
            </a:lvl5pPr>
            <a:lvl6pPr marL="2514600" indent="-228600" algn="l" defTabSz="914400" rtl="0" eaLnBrk="0" fontAlgn="base" latinLnBrk="0" hangingPunct="0">
              <a:spcBef>
                <a:spcPct val="20000"/>
              </a:spcBef>
              <a:spcAft>
                <a:spcPct val="0"/>
              </a:spcAft>
              <a:buChar char="»"/>
              <a:defRPr sz="1200" kern="12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defRPr>
            </a:lvl6pPr>
            <a:lvl7pPr marL="2971800" indent="-228600" algn="l" defTabSz="914400" rtl="0" eaLnBrk="0" fontAlgn="base" latinLnBrk="0" hangingPunct="0">
              <a:spcBef>
                <a:spcPct val="20000"/>
              </a:spcBef>
              <a:spcAft>
                <a:spcPct val="0"/>
              </a:spcAft>
              <a:buChar char="»"/>
              <a:defRPr sz="1200" kern="12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defRPr>
            </a:lvl7pPr>
            <a:lvl8pPr marL="3429000" indent="-228600" algn="l" defTabSz="914400" rtl="0" eaLnBrk="0" fontAlgn="base" latinLnBrk="0" hangingPunct="0">
              <a:spcBef>
                <a:spcPct val="20000"/>
              </a:spcBef>
              <a:spcAft>
                <a:spcPct val="0"/>
              </a:spcAft>
              <a:buChar char="»"/>
              <a:defRPr sz="1200" kern="12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defRPr>
            </a:lvl8pPr>
            <a:lvl9pPr marL="3886200" indent="-228600" algn="l" defTabSz="914400" rtl="0" eaLnBrk="0" fontAlgn="base" latinLnBrk="0" hangingPunct="0">
              <a:spcBef>
                <a:spcPct val="20000"/>
              </a:spcBef>
              <a:spcAft>
                <a:spcPct val="0"/>
              </a:spcAft>
              <a:buChar char="»"/>
              <a:defRPr sz="1200" kern="12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r>
              <a:rPr lang="it-IT" altLang="it-IT" sz="1100" dirty="0">
                <a:solidFill>
                  <a:schemeClr val="bg1"/>
                </a:solidFill>
              </a:rPr>
              <a:t>Pagina 6</a:t>
            </a:r>
          </a:p>
        </p:txBody>
      </p:sp>
      <p:sp>
        <p:nvSpPr>
          <p:cNvPr id="4" name="Rectangle 2">
            <a:extLst>
              <a:ext uri="{FF2B5EF4-FFF2-40B4-BE49-F238E27FC236}">
                <a16:creationId xmlns:a16="http://schemas.microsoft.com/office/drawing/2014/main" id="{08C22CE2-C3D6-2049-0DF7-E203F0E1DD6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0" y="368275"/>
            <a:ext cx="9144000" cy="5048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2400" b="1" kern="1200">
                <a:solidFill>
                  <a:srgbClr val="822433"/>
                </a:solidFill>
                <a:latin typeface="+mj-lt"/>
                <a:ea typeface="+mj-ea"/>
                <a:cs typeface="+mj-cs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822433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822433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822433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822433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822433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822433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822433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822433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algn="ctr" eaLnBrk="1" hangingPunct="1"/>
            <a:r>
              <a:rPr lang="it-IT" altLang="it-IT" dirty="0" err="1"/>
              <a:t>Predictable</a:t>
            </a:r>
            <a:r>
              <a:rPr lang="it-IT" altLang="it-IT" dirty="0"/>
              <a:t> </a:t>
            </a:r>
            <a:r>
              <a:rPr lang="it-IT" altLang="it-IT" dirty="0" err="1"/>
              <a:t>Arguments</a:t>
            </a:r>
            <a:r>
              <a:rPr lang="it-IT" altLang="it-IT" dirty="0"/>
              <a:t> of Knowledge</a:t>
            </a:r>
          </a:p>
        </p:txBody>
      </p:sp>
      <p:sp>
        <p:nvSpPr>
          <p:cNvPr id="3" name="CasellaDiTesto 2">
            <a:extLst>
              <a:ext uri="{FF2B5EF4-FFF2-40B4-BE49-F238E27FC236}">
                <a16:creationId xmlns:a16="http://schemas.microsoft.com/office/drawing/2014/main" id="{54C057D5-E8CC-823A-9CDC-838804699778}"/>
              </a:ext>
            </a:extLst>
          </p:cNvPr>
          <p:cNvSpPr txBox="1"/>
          <p:nvPr/>
        </p:nvSpPr>
        <p:spPr bwMode="auto">
          <a:xfrm>
            <a:off x="567912" y="1912033"/>
            <a:ext cx="1978427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0" indent="0" algn="ctr">
              <a:buNone/>
            </a:pPr>
            <a:r>
              <a:rPr lang="it-IT" sz="2000" b="1" dirty="0"/>
              <a:t>Caratteristiche</a:t>
            </a:r>
            <a:endParaRPr lang="en-US" sz="2000" b="1" dirty="0"/>
          </a:p>
        </p:txBody>
      </p:sp>
      <p:sp>
        <p:nvSpPr>
          <p:cNvPr id="5" name="CasellaDiTesto 4">
            <a:extLst>
              <a:ext uri="{FF2B5EF4-FFF2-40B4-BE49-F238E27FC236}">
                <a16:creationId xmlns:a16="http://schemas.microsoft.com/office/drawing/2014/main" id="{EEC60BE6-1B6F-0756-E811-694D544F6D2D}"/>
              </a:ext>
            </a:extLst>
          </p:cNvPr>
          <p:cNvSpPr txBox="1"/>
          <p:nvPr/>
        </p:nvSpPr>
        <p:spPr bwMode="auto">
          <a:xfrm>
            <a:off x="567912" y="3068222"/>
            <a:ext cx="1807098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0" indent="0" algn="ctr">
              <a:buNone/>
            </a:pPr>
            <a:r>
              <a:rPr lang="en-US" sz="2000" b="1" dirty="0" err="1"/>
              <a:t>PAoK</a:t>
            </a:r>
            <a:r>
              <a:rPr lang="en-US" sz="2000" b="1" dirty="0"/>
              <a:t> con ZK</a:t>
            </a:r>
          </a:p>
        </p:txBody>
      </p:sp>
      <p:sp>
        <p:nvSpPr>
          <p:cNvPr id="8" name="CasellaDiTesto 7">
            <a:extLst>
              <a:ext uri="{FF2B5EF4-FFF2-40B4-BE49-F238E27FC236}">
                <a16:creationId xmlns:a16="http://schemas.microsoft.com/office/drawing/2014/main" id="{45C3D3F4-F314-4763-93B7-6E0FEE11D851}"/>
              </a:ext>
            </a:extLst>
          </p:cNvPr>
          <p:cNvSpPr txBox="1"/>
          <p:nvPr/>
        </p:nvSpPr>
        <p:spPr bwMode="auto">
          <a:xfrm>
            <a:off x="567912" y="4224413"/>
            <a:ext cx="4572000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r>
              <a:rPr lang="en-US" sz="2000" b="1" dirty="0"/>
              <a:t>CPPA</a:t>
            </a:r>
          </a:p>
        </p:txBody>
      </p:sp>
    </p:spTree>
    <p:extLst>
      <p:ext uri="{BB962C8B-B14F-4D97-AF65-F5344CB8AC3E}">
        <p14:creationId xmlns:p14="http://schemas.microsoft.com/office/powerpoint/2010/main" val="4207374639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spd="med">
        <p159:morph option="byObject"/>
      </p:transition>
    </mc:Choice>
    <mc:Fallback>
      <p:transition spd="med">
        <p:fade/>
      </p:transition>
    </mc:Fallback>
  </mc:AlternateContent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Segnaposto piè di pagina 4">
            <a:extLst>
              <a:ext uri="{FF2B5EF4-FFF2-40B4-BE49-F238E27FC236}">
                <a16:creationId xmlns:a16="http://schemas.microsoft.com/office/drawing/2014/main" id="{713867C7-99F0-42C1-BDF1-1330231C60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295400" y="6219825"/>
            <a:ext cx="2895600" cy="457200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rgbClr val="822433"/>
              </a:buClr>
              <a:buChar char="•"/>
              <a:defRPr sz="24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16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14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12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r>
              <a:rPr lang="it-IT" altLang="it-IT" sz="1100" dirty="0" err="1">
                <a:solidFill>
                  <a:schemeClr val="bg1"/>
                </a:solidFill>
              </a:rPr>
              <a:t>Integrating</a:t>
            </a:r>
            <a:r>
              <a:rPr lang="it-IT" altLang="it-IT" sz="1100" dirty="0">
                <a:solidFill>
                  <a:schemeClr val="bg1"/>
                </a:solidFill>
              </a:rPr>
              <a:t> Zero-Knowledge in SCAPI</a:t>
            </a:r>
          </a:p>
        </p:txBody>
      </p:sp>
      <p:sp>
        <p:nvSpPr>
          <p:cNvPr id="6" name="Segnaposto data 3">
            <a:extLst>
              <a:ext uri="{FF2B5EF4-FFF2-40B4-BE49-F238E27FC236}">
                <a16:creationId xmlns:a16="http://schemas.microsoft.com/office/drawing/2014/main" id="{55BEB4CF-D7F4-07C6-F774-7F44CFB6B3E3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343400" y="6146800"/>
            <a:ext cx="1905000" cy="457200"/>
          </a:xfrm>
        </p:spPr>
        <p:txBody>
          <a:bodyPr/>
          <a:lstStyle/>
          <a:p>
            <a:r>
              <a:rPr lang="it-IT" altLang="it-IT" dirty="0">
                <a:solidFill>
                  <a:schemeClr val="bg1"/>
                </a:solidFill>
              </a:rPr>
              <a:t>11/12/2023</a:t>
            </a:r>
          </a:p>
          <a:p>
            <a:endParaRPr lang="it-IT" altLang="it-IT" dirty="0"/>
          </a:p>
        </p:txBody>
      </p:sp>
      <p:sp>
        <p:nvSpPr>
          <p:cNvPr id="21" name="Rettangolo 20">
            <a:extLst>
              <a:ext uri="{FF2B5EF4-FFF2-40B4-BE49-F238E27FC236}">
                <a16:creationId xmlns:a16="http://schemas.microsoft.com/office/drawing/2014/main" id="{D0BA5FCB-10D6-0CD3-0772-A1B020E3967E}"/>
              </a:ext>
            </a:extLst>
          </p:cNvPr>
          <p:cNvSpPr/>
          <p:nvPr/>
        </p:nvSpPr>
        <p:spPr bwMode="auto">
          <a:xfrm>
            <a:off x="0" y="620688"/>
            <a:ext cx="3960440" cy="246224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it-IT" sz="900" b="0" i="0" u="none" strike="noStrike" cap="none" normalizeH="0" baseline="0">
              <a:ln>
                <a:noFill/>
              </a:ln>
              <a:solidFill>
                <a:schemeClr val="bg1"/>
              </a:solidFill>
              <a:effectLst/>
              <a:latin typeface="Arial" panose="020B0604020202020204" pitchFamily="34" charset="0"/>
              <a:ea typeface="ＭＳ Ｐゴシック" panose="020B0600070205080204" pitchFamily="34" charset="-128"/>
            </a:endParaRPr>
          </a:p>
        </p:txBody>
      </p:sp>
      <p:sp>
        <p:nvSpPr>
          <p:cNvPr id="2" name="Segnaposto numero diapositiva 5">
            <a:extLst>
              <a:ext uri="{FF2B5EF4-FFF2-40B4-BE49-F238E27FC236}">
                <a16:creationId xmlns:a16="http://schemas.microsoft.com/office/drawing/2014/main" id="{23CDD47C-4CEB-8639-F2E7-D6D2F85D31A7}"/>
              </a:ext>
            </a:extLst>
          </p:cNvPr>
          <p:cNvSpPr txBox="1">
            <a:spLocks/>
          </p:cNvSpPr>
          <p:nvPr/>
        </p:nvSpPr>
        <p:spPr bwMode="auto">
          <a:xfrm>
            <a:off x="6548472" y="6146800"/>
            <a:ext cx="19050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defPPr>
              <a:defRPr lang="it-IT"/>
            </a:defPPr>
            <a:lvl1pPr algn="r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22433"/>
              </a:buClr>
              <a:buChar char="•"/>
              <a:defRPr sz="2400" kern="12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 kern="12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1600" kern="12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1400" kern="12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 kern="12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defRPr>
            </a:lvl5pPr>
            <a:lvl6pPr marL="2514600" indent="-228600" algn="l" defTabSz="914400" rtl="0" eaLnBrk="0" fontAlgn="base" latinLnBrk="0" hangingPunct="0">
              <a:spcBef>
                <a:spcPct val="20000"/>
              </a:spcBef>
              <a:spcAft>
                <a:spcPct val="0"/>
              </a:spcAft>
              <a:buChar char="»"/>
              <a:defRPr sz="1200" kern="12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defRPr>
            </a:lvl6pPr>
            <a:lvl7pPr marL="2971800" indent="-228600" algn="l" defTabSz="914400" rtl="0" eaLnBrk="0" fontAlgn="base" latinLnBrk="0" hangingPunct="0">
              <a:spcBef>
                <a:spcPct val="20000"/>
              </a:spcBef>
              <a:spcAft>
                <a:spcPct val="0"/>
              </a:spcAft>
              <a:buChar char="»"/>
              <a:defRPr sz="1200" kern="12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defRPr>
            </a:lvl7pPr>
            <a:lvl8pPr marL="3429000" indent="-228600" algn="l" defTabSz="914400" rtl="0" eaLnBrk="0" fontAlgn="base" latinLnBrk="0" hangingPunct="0">
              <a:spcBef>
                <a:spcPct val="20000"/>
              </a:spcBef>
              <a:spcAft>
                <a:spcPct val="0"/>
              </a:spcAft>
              <a:buChar char="»"/>
              <a:defRPr sz="1200" kern="12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defRPr>
            </a:lvl8pPr>
            <a:lvl9pPr marL="3886200" indent="-228600" algn="l" defTabSz="914400" rtl="0" eaLnBrk="0" fontAlgn="base" latinLnBrk="0" hangingPunct="0">
              <a:spcBef>
                <a:spcPct val="20000"/>
              </a:spcBef>
              <a:spcAft>
                <a:spcPct val="0"/>
              </a:spcAft>
              <a:buChar char="»"/>
              <a:defRPr sz="1200" kern="12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r>
              <a:rPr lang="it-IT" altLang="it-IT" sz="1100" dirty="0">
                <a:solidFill>
                  <a:schemeClr val="bg1"/>
                </a:solidFill>
              </a:rPr>
              <a:t>Pagina 6</a:t>
            </a:r>
          </a:p>
        </p:txBody>
      </p:sp>
      <p:sp>
        <p:nvSpPr>
          <p:cNvPr id="4" name="Rectangle 2">
            <a:extLst>
              <a:ext uri="{FF2B5EF4-FFF2-40B4-BE49-F238E27FC236}">
                <a16:creationId xmlns:a16="http://schemas.microsoft.com/office/drawing/2014/main" id="{08C22CE2-C3D6-2049-0DF7-E203F0E1DD6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0" y="368275"/>
            <a:ext cx="9144000" cy="5048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2400" b="1" kern="1200">
                <a:solidFill>
                  <a:srgbClr val="822433"/>
                </a:solidFill>
                <a:latin typeface="+mj-lt"/>
                <a:ea typeface="+mj-ea"/>
                <a:cs typeface="+mj-cs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822433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822433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822433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822433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822433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822433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822433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822433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algn="ctr" eaLnBrk="1" hangingPunct="1"/>
            <a:r>
              <a:rPr lang="it-IT" altLang="it-IT" dirty="0" err="1"/>
              <a:t>Predictable</a:t>
            </a:r>
            <a:r>
              <a:rPr lang="it-IT" altLang="it-IT" dirty="0"/>
              <a:t> </a:t>
            </a:r>
            <a:r>
              <a:rPr lang="it-IT" altLang="it-IT" dirty="0" err="1"/>
              <a:t>Arguments</a:t>
            </a:r>
            <a:r>
              <a:rPr lang="it-IT" altLang="it-IT" dirty="0"/>
              <a:t> of Knowledge</a:t>
            </a:r>
          </a:p>
        </p:txBody>
      </p:sp>
      <p:sp>
        <p:nvSpPr>
          <p:cNvPr id="3" name="CasellaDiTesto 2">
            <a:extLst>
              <a:ext uri="{FF2B5EF4-FFF2-40B4-BE49-F238E27FC236}">
                <a16:creationId xmlns:a16="http://schemas.microsoft.com/office/drawing/2014/main" id="{54C057D5-E8CC-823A-9CDC-838804699778}"/>
              </a:ext>
            </a:extLst>
          </p:cNvPr>
          <p:cNvSpPr txBox="1"/>
          <p:nvPr/>
        </p:nvSpPr>
        <p:spPr bwMode="auto">
          <a:xfrm>
            <a:off x="484909" y="1916628"/>
            <a:ext cx="3780202" cy="70788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0" indent="0" algn="ctr">
              <a:buNone/>
            </a:pPr>
            <a:r>
              <a:rPr lang="it-IT" sz="4000" b="1" dirty="0"/>
              <a:t>Caratteristiche</a:t>
            </a:r>
            <a:endParaRPr lang="en-US" sz="4000" b="1" dirty="0"/>
          </a:p>
        </p:txBody>
      </p:sp>
      <p:sp>
        <p:nvSpPr>
          <p:cNvPr id="5" name="CasellaDiTesto 4">
            <a:extLst>
              <a:ext uri="{FF2B5EF4-FFF2-40B4-BE49-F238E27FC236}">
                <a16:creationId xmlns:a16="http://schemas.microsoft.com/office/drawing/2014/main" id="{EEC60BE6-1B6F-0756-E811-694D544F6D2D}"/>
              </a:ext>
            </a:extLst>
          </p:cNvPr>
          <p:cNvSpPr txBox="1"/>
          <p:nvPr/>
        </p:nvSpPr>
        <p:spPr bwMode="auto">
          <a:xfrm>
            <a:off x="567912" y="3068222"/>
            <a:ext cx="1807098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0" indent="0" algn="ctr">
              <a:buNone/>
            </a:pPr>
            <a:r>
              <a:rPr lang="en-US" sz="2000" b="1" dirty="0" err="1"/>
              <a:t>PAoK</a:t>
            </a:r>
            <a:r>
              <a:rPr lang="en-US" sz="2000" b="1" dirty="0"/>
              <a:t> con ZK</a:t>
            </a:r>
          </a:p>
        </p:txBody>
      </p:sp>
      <p:sp>
        <p:nvSpPr>
          <p:cNvPr id="8" name="CasellaDiTesto 7">
            <a:extLst>
              <a:ext uri="{FF2B5EF4-FFF2-40B4-BE49-F238E27FC236}">
                <a16:creationId xmlns:a16="http://schemas.microsoft.com/office/drawing/2014/main" id="{45C3D3F4-F314-4763-93B7-6E0FEE11D851}"/>
              </a:ext>
            </a:extLst>
          </p:cNvPr>
          <p:cNvSpPr txBox="1"/>
          <p:nvPr/>
        </p:nvSpPr>
        <p:spPr bwMode="auto">
          <a:xfrm>
            <a:off x="567912" y="4224413"/>
            <a:ext cx="4572000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r>
              <a:rPr lang="en-US" sz="2000" b="1" dirty="0"/>
              <a:t>CPPA</a:t>
            </a:r>
          </a:p>
        </p:txBody>
      </p:sp>
      <p:sp>
        <p:nvSpPr>
          <p:cNvPr id="7" name="CasellaDiTesto 6">
            <a:extLst>
              <a:ext uri="{FF2B5EF4-FFF2-40B4-BE49-F238E27FC236}">
                <a16:creationId xmlns:a16="http://schemas.microsoft.com/office/drawing/2014/main" id="{9CDFCEF5-83A2-260B-E823-5A87825D6D45}"/>
              </a:ext>
            </a:extLst>
          </p:cNvPr>
          <p:cNvSpPr txBox="1"/>
          <p:nvPr/>
        </p:nvSpPr>
        <p:spPr bwMode="auto">
          <a:xfrm>
            <a:off x="4878890" y="1668516"/>
            <a:ext cx="3780201" cy="132343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0" indent="0" algn="just">
              <a:buNone/>
            </a:pPr>
            <a:r>
              <a:rPr lang="it-IT" sz="2000" dirty="0">
                <a:solidFill>
                  <a:srgbClr val="000000"/>
                </a:solidFill>
              </a:rPr>
              <a:t>Protocolli interattivi in cui la risposta di P può essere predetta da V. Possono essere resi estremamente laconici.</a:t>
            </a:r>
            <a:endParaRPr lang="en-US" sz="2000" dirty="0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209459844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spd="med">
        <p159:morph option="byObject"/>
      </p:transition>
    </mc:Choice>
    <mc:Fallback>
      <p:transition spd="med">
        <p:fade/>
      </p:transition>
    </mc:Fallback>
  </mc:AlternateContent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Segnaposto piè di pagina 4">
            <a:extLst>
              <a:ext uri="{FF2B5EF4-FFF2-40B4-BE49-F238E27FC236}">
                <a16:creationId xmlns:a16="http://schemas.microsoft.com/office/drawing/2014/main" id="{713867C7-99F0-42C1-BDF1-1330231C60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295400" y="6219825"/>
            <a:ext cx="2895600" cy="457200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rgbClr val="822433"/>
              </a:buClr>
              <a:buChar char="•"/>
              <a:defRPr sz="24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16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14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12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r>
              <a:rPr lang="it-IT" altLang="it-IT" sz="1100" dirty="0" err="1">
                <a:solidFill>
                  <a:schemeClr val="bg1"/>
                </a:solidFill>
              </a:rPr>
              <a:t>Integrating</a:t>
            </a:r>
            <a:r>
              <a:rPr lang="it-IT" altLang="it-IT" sz="1100" dirty="0">
                <a:solidFill>
                  <a:schemeClr val="bg1"/>
                </a:solidFill>
              </a:rPr>
              <a:t> Zero-Knowledge in SCAPI</a:t>
            </a:r>
          </a:p>
        </p:txBody>
      </p:sp>
      <p:sp>
        <p:nvSpPr>
          <p:cNvPr id="6" name="Segnaposto data 3">
            <a:extLst>
              <a:ext uri="{FF2B5EF4-FFF2-40B4-BE49-F238E27FC236}">
                <a16:creationId xmlns:a16="http://schemas.microsoft.com/office/drawing/2014/main" id="{55BEB4CF-D7F4-07C6-F774-7F44CFB6B3E3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343400" y="6146800"/>
            <a:ext cx="1905000" cy="457200"/>
          </a:xfrm>
        </p:spPr>
        <p:txBody>
          <a:bodyPr/>
          <a:lstStyle/>
          <a:p>
            <a:r>
              <a:rPr lang="it-IT" altLang="it-IT" dirty="0">
                <a:solidFill>
                  <a:schemeClr val="bg1"/>
                </a:solidFill>
              </a:rPr>
              <a:t>11/12/2023</a:t>
            </a:r>
          </a:p>
          <a:p>
            <a:endParaRPr lang="it-IT" altLang="it-IT" dirty="0"/>
          </a:p>
        </p:txBody>
      </p:sp>
      <p:sp>
        <p:nvSpPr>
          <p:cNvPr id="21" name="Rettangolo 20">
            <a:extLst>
              <a:ext uri="{FF2B5EF4-FFF2-40B4-BE49-F238E27FC236}">
                <a16:creationId xmlns:a16="http://schemas.microsoft.com/office/drawing/2014/main" id="{D0BA5FCB-10D6-0CD3-0772-A1B020E3967E}"/>
              </a:ext>
            </a:extLst>
          </p:cNvPr>
          <p:cNvSpPr/>
          <p:nvPr/>
        </p:nvSpPr>
        <p:spPr bwMode="auto">
          <a:xfrm>
            <a:off x="0" y="620688"/>
            <a:ext cx="3960440" cy="246224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it-IT" sz="900" b="0" i="0" u="none" strike="noStrike" cap="none" normalizeH="0" baseline="0">
              <a:ln>
                <a:noFill/>
              </a:ln>
              <a:solidFill>
                <a:schemeClr val="bg1"/>
              </a:solidFill>
              <a:effectLst/>
              <a:latin typeface="Arial" panose="020B0604020202020204" pitchFamily="34" charset="0"/>
              <a:ea typeface="ＭＳ Ｐゴシック" panose="020B0600070205080204" pitchFamily="34" charset="-128"/>
            </a:endParaRPr>
          </a:p>
        </p:txBody>
      </p:sp>
      <p:sp>
        <p:nvSpPr>
          <p:cNvPr id="2" name="Segnaposto numero diapositiva 5">
            <a:extLst>
              <a:ext uri="{FF2B5EF4-FFF2-40B4-BE49-F238E27FC236}">
                <a16:creationId xmlns:a16="http://schemas.microsoft.com/office/drawing/2014/main" id="{23CDD47C-4CEB-8639-F2E7-D6D2F85D31A7}"/>
              </a:ext>
            </a:extLst>
          </p:cNvPr>
          <p:cNvSpPr txBox="1">
            <a:spLocks/>
          </p:cNvSpPr>
          <p:nvPr/>
        </p:nvSpPr>
        <p:spPr bwMode="auto">
          <a:xfrm>
            <a:off x="6548472" y="6146800"/>
            <a:ext cx="19050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defPPr>
              <a:defRPr lang="it-IT"/>
            </a:defPPr>
            <a:lvl1pPr algn="r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22433"/>
              </a:buClr>
              <a:buChar char="•"/>
              <a:defRPr sz="2400" kern="12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 kern="12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1600" kern="12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1400" kern="12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 kern="12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defRPr>
            </a:lvl5pPr>
            <a:lvl6pPr marL="2514600" indent="-228600" algn="l" defTabSz="914400" rtl="0" eaLnBrk="0" fontAlgn="base" latinLnBrk="0" hangingPunct="0">
              <a:spcBef>
                <a:spcPct val="20000"/>
              </a:spcBef>
              <a:spcAft>
                <a:spcPct val="0"/>
              </a:spcAft>
              <a:buChar char="»"/>
              <a:defRPr sz="1200" kern="12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defRPr>
            </a:lvl6pPr>
            <a:lvl7pPr marL="2971800" indent="-228600" algn="l" defTabSz="914400" rtl="0" eaLnBrk="0" fontAlgn="base" latinLnBrk="0" hangingPunct="0">
              <a:spcBef>
                <a:spcPct val="20000"/>
              </a:spcBef>
              <a:spcAft>
                <a:spcPct val="0"/>
              </a:spcAft>
              <a:buChar char="»"/>
              <a:defRPr sz="1200" kern="12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defRPr>
            </a:lvl7pPr>
            <a:lvl8pPr marL="3429000" indent="-228600" algn="l" defTabSz="914400" rtl="0" eaLnBrk="0" fontAlgn="base" latinLnBrk="0" hangingPunct="0">
              <a:spcBef>
                <a:spcPct val="20000"/>
              </a:spcBef>
              <a:spcAft>
                <a:spcPct val="0"/>
              </a:spcAft>
              <a:buChar char="»"/>
              <a:defRPr sz="1200" kern="12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defRPr>
            </a:lvl8pPr>
            <a:lvl9pPr marL="3886200" indent="-228600" algn="l" defTabSz="914400" rtl="0" eaLnBrk="0" fontAlgn="base" latinLnBrk="0" hangingPunct="0">
              <a:spcBef>
                <a:spcPct val="20000"/>
              </a:spcBef>
              <a:spcAft>
                <a:spcPct val="0"/>
              </a:spcAft>
              <a:buChar char="»"/>
              <a:defRPr sz="1200" kern="12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r>
              <a:rPr lang="it-IT" altLang="it-IT" sz="1100" dirty="0">
                <a:solidFill>
                  <a:schemeClr val="bg1"/>
                </a:solidFill>
              </a:rPr>
              <a:t>Pagina 6</a:t>
            </a:r>
          </a:p>
        </p:txBody>
      </p:sp>
      <p:sp>
        <p:nvSpPr>
          <p:cNvPr id="4" name="Rectangle 2">
            <a:extLst>
              <a:ext uri="{FF2B5EF4-FFF2-40B4-BE49-F238E27FC236}">
                <a16:creationId xmlns:a16="http://schemas.microsoft.com/office/drawing/2014/main" id="{08C22CE2-C3D6-2049-0DF7-E203F0E1DD6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0" y="368275"/>
            <a:ext cx="9144000" cy="5048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2400" b="1" kern="1200">
                <a:solidFill>
                  <a:srgbClr val="822433"/>
                </a:solidFill>
                <a:latin typeface="+mj-lt"/>
                <a:ea typeface="+mj-ea"/>
                <a:cs typeface="+mj-cs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822433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822433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822433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822433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822433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822433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822433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822433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algn="ctr" eaLnBrk="1" hangingPunct="1"/>
            <a:r>
              <a:rPr lang="it-IT" altLang="it-IT" dirty="0" err="1"/>
              <a:t>Predictable</a:t>
            </a:r>
            <a:r>
              <a:rPr lang="it-IT" altLang="it-IT" dirty="0"/>
              <a:t> </a:t>
            </a:r>
            <a:r>
              <a:rPr lang="it-IT" altLang="it-IT" dirty="0" err="1"/>
              <a:t>Arguments</a:t>
            </a:r>
            <a:r>
              <a:rPr lang="it-IT" altLang="it-IT" dirty="0"/>
              <a:t> of Knowledge</a:t>
            </a:r>
          </a:p>
        </p:txBody>
      </p:sp>
      <p:sp>
        <p:nvSpPr>
          <p:cNvPr id="3" name="CasellaDiTesto 2">
            <a:extLst>
              <a:ext uri="{FF2B5EF4-FFF2-40B4-BE49-F238E27FC236}">
                <a16:creationId xmlns:a16="http://schemas.microsoft.com/office/drawing/2014/main" id="{54C057D5-E8CC-823A-9CDC-838804699778}"/>
              </a:ext>
            </a:extLst>
          </p:cNvPr>
          <p:cNvSpPr txBox="1"/>
          <p:nvPr/>
        </p:nvSpPr>
        <p:spPr bwMode="auto">
          <a:xfrm>
            <a:off x="567912" y="1912033"/>
            <a:ext cx="1978427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0" indent="0" algn="ctr">
              <a:buNone/>
            </a:pPr>
            <a:r>
              <a:rPr lang="it-IT" sz="2000" b="1" dirty="0"/>
              <a:t>Caratteristiche</a:t>
            </a:r>
            <a:endParaRPr lang="en-US" sz="2000" b="1" dirty="0"/>
          </a:p>
        </p:txBody>
      </p:sp>
      <p:sp>
        <p:nvSpPr>
          <p:cNvPr id="5" name="CasellaDiTesto 4">
            <a:extLst>
              <a:ext uri="{FF2B5EF4-FFF2-40B4-BE49-F238E27FC236}">
                <a16:creationId xmlns:a16="http://schemas.microsoft.com/office/drawing/2014/main" id="{EEC60BE6-1B6F-0756-E811-694D544F6D2D}"/>
              </a:ext>
            </a:extLst>
          </p:cNvPr>
          <p:cNvSpPr txBox="1"/>
          <p:nvPr/>
        </p:nvSpPr>
        <p:spPr bwMode="auto">
          <a:xfrm>
            <a:off x="567912" y="2945788"/>
            <a:ext cx="3419911" cy="70788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0" indent="0" algn="ctr">
              <a:buNone/>
            </a:pPr>
            <a:r>
              <a:rPr lang="en-US" sz="4000" b="1" dirty="0" err="1"/>
              <a:t>PAoK</a:t>
            </a:r>
            <a:r>
              <a:rPr lang="en-US" sz="4000" b="1" dirty="0"/>
              <a:t> con ZK</a:t>
            </a:r>
          </a:p>
        </p:txBody>
      </p:sp>
      <p:sp>
        <p:nvSpPr>
          <p:cNvPr id="8" name="CasellaDiTesto 7">
            <a:extLst>
              <a:ext uri="{FF2B5EF4-FFF2-40B4-BE49-F238E27FC236}">
                <a16:creationId xmlns:a16="http://schemas.microsoft.com/office/drawing/2014/main" id="{45C3D3F4-F314-4763-93B7-6E0FEE11D851}"/>
              </a:ext>
            </a:extLst>
          </p:cNvPr>
          <p:cNvSpPr txBox="1"/>
          <p:nvPr/>
        </p:nvSpPr>
        <p:spPr bwMode="auto">
          <a:xfrm>
            <a:off x="567912" y="4224413"/>
            <a:ext cx="4572000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r>
              <a:rPr lang="en-US" sz="2000" b="1" dirty="0"/>
              <a:t>CPPA</a:t>
            </a:r>
          </a:p>
        </p:txBody>
      </p:sp>
      <p:sp>
        <p:nvSpPr>
          <p:cNvPr id="7" name="CasellaDiTesto 6">
            <a:extLst>
              <a:ext uri="{FF2B5EF4-FFF2-40B4-BE49-F238E27FC236}">
                <a16:creationId xmlns:a16="http://schemas.microsoft.com/office/drawing/2014/main" id="{12AFA9AA-A476-FEA3-26AD-9D7A2F15A398}"/>
              </a:ext>
            </a:extLst>
          </p:cNvPr>
          <p:cNvSpPr txBox="1"/>
          <p:nvPr/>
        </p:nvSpPr>
        <p:spPr bwMode="auto">
          <a:xfrm>
            <a:off x="4861250" y="2791899"/>
            <a:ext cx="3714838" cy="10156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0" indent="0" algn="just">
              <a:buNone/>
            </a:pPr>
            <a:r>
              <a:rPr lang="it-IT" sz="2000" dirty="0">
                <a:solidFill>
                  <a:srgbClr val="000000"/>
                </a:solidFill>
              </a:rPr>
              <a:t>Sono sempre HVZK, ma si può arrivare alla normale ZK nel CRS model.</a:t>
            </a:r>
            <a:endParaRPr lang="en-US" sz="2000" dirty="0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31931817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spd="med">
        <p159:morph option="byObject"/>
      </p:transition>
    </mc:Choice>
    <mc:Fallback>
      <p:transition spd="med">
        <p:fade/>
      </p:transition>
    </mc:Fallback>
  </mc:AlternateContent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Segnaposto piè di pagina 4">
            <a:extLst>
              <a:ext uri="{FF2B5EF4-FFF2-40B4-BE49-F238E27FC236}">
                <a16:creationId xmlns:a16="http://schemas.microsoft.com/office/drawing/2014/main" id="{713867C7-99F0-42C1-BDF1-1330231C60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295400" y="6219825"/>
            <a:ext cx="2895600" cy="457200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rgbClr val="822433"/>
              </a:buClr>
              <a:buChar char="•"/>
              <a:defRPr sz="24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16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14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12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r>
              <a:rPr lang="it-IT" altLang="it-IT" sz="1100" dirty="0" err="1">
                <a:solidFill>
                  <a:schemeClr val="bg1"/>
                </a:solidFill>
              </a:rPr>
              <a:t>Integrating</a:t>
            </a:r>
            <a:r>
              <a:rPr lang="it-IT" altLang="it-IT" sz="1100" dirty="0">
                <a:solidFill>
                  <a:schemeClr val="bg1"/>
                </a:solidFill>
              </a:rPr>
              <a:t> Zero-Knowledge in SCAPI</a:t>
            </a:r>
          </a:p>
        </p:txBody>
      </p:sp>
      <p:sp>
        <p:nvSpPr>
          <p:cNvPr id="6" name="Segnaposto data 3">
            <a:extLst>
              <a:ext uri="{FF2B5EF4-FFF2-40B4-BE49-F238E27FC236}">
                <a16:creationId xmlns:a16="http://schemas.microsoft.com/office/drawing/2014/main" id="{55BEB4CF-D7F4-07C6-F774-7F44CFB6B3E3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343400" y="6146800"/>
            <a:ext cx="1905000" cy="457200"/>
          </a:xfrm>
        </p:spPr>
        <p:txBody>
          <a:bodyPr/>
          <a:lstStyle/>
          <a:p>
            <a:r>
              <a:rPr lang="it-IT" altLang="it-IT" dirty="0">
                <a:solidFill>
                  <a:schemeClr val="bg1"/>
                </a:solidFill>
              </a:rPr>
              <a:t>11/12/2023</a:t>
            </a:r>
          </a:p>
          <a:p>
            <a:endParaRPr lang="it-IT" altLang="it-IT" dirty="0"/>
          </a:p>
        </p:txBody>
      </p:sp>
      <p:sp>
        <p:nvSpPr>
          <p:cNvPr id="21" name="Rettangolo 20">
            <a:extLst>
              <a:ext uri="{FF2B5EF4-FFF2-40B4-BE49-F238E27FC236}">
                <a16:creationId xmlns:a16="http://schemas.microsoft.com/office/drawing/2014/main" id="{D0BA5FCB-10D6-0CD3-0772-A1B020E3967E}"/>
              </a:ext>
            </a:extLst>
          </p:cNvPr>
          <p:cNvSpPr/>
          <p:nvPr/>
        </p:nvSpPr>
        <p:spPr bwMode="auto">
          <a:xfrm>
            <a:off x="0" y="620688"/>
            <a:ext cx="3960440" cy="246224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it-IT" sz="900" b="0" i="0" u="none" strike="noStrike" cap="none" normalizeH="0" baseline="0">
              <a:ln>
                <a:noFill/>
              </a:ln>
              <a:solidFill>
                <a:schemeClr val="bg1"/>
              </a:solidFill>
              <a:effectLst/>
              <a:latin typeface="Arial" panose="020B0604020202020204" pitchFamily="34" charset="0"/>
              <a:ea typeface="ＭＳ Ｐゴシック" panose="020B0600070205080204" pitchFamily="34" charset="-128"/>
            </a:endParaRPr>
          </a:p>
        </p:txBody>
      </p:sp>
      <p:sp>
        <p:nvSpPr>
          <p:cNvPr id="2" name="Segnaposto numero diapositiva 5">
            <a:extLst>
              <a:ext uri="{FF2B5EF4-FFF2-40B4-BE49-F238E27FC236}">
                <a16:creationId xmlns:a16="http://schemas.microsoft.com/office/drawing/2014/main" id="{23CDD47C-4CEB-8639-F2E7-D6D2F85D31A7}"/>
              </a:ext>
            </a:extLst>
          </p:cNvPr>
          <p:cNvSpPr txBox="1">
            <a:spLocks/>
          </p:cNvSpPr>
          <p:nvPr/>
        </p:nvSpPr>
        <p:spPr bwMode="auto">
          <a:xfrm>
            <a:off x="6548472" y="6146800"/>
            <a:ext cx="19050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defPPr>
              <a:defRPr lang="it-IT"/>
            </a:defPPr>
            <a:lvl1pPr algn="r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22433"/>
              </a:buClr>
              <a:buChar char="•"/>
              <a:defRPr sz="2400" kern="12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 kern="12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1600" kern="12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1400" kern="12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 kern="12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defRPr>
            </a:lvl5pPr>
            <a:lvl6pPr marL="2514600" indent="-228600" algn="l" defTabSz="914400" rtl="0" eaLnBrk="0" fontAlgn="base" latinLnBrk="0" hangingPunct="0">
              <a:spcBef>
                <a:spcPct val="20000"/>
              </a:spcBef>
              <a:spcAft>
                <a:spcPct val="0"/>
              </a:spcAft>
              <a:buChar char="»"/>
              <a:defRPr sz="1200" kern="12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defRPr>
            </a:lvl6pPr>
            <a:lvl7pPr marL="2971800" indent="-228600" algn="l" defTabSz="914400" rtl="0" eaLnBrk="0" fontAlgn="base" latinLnBrk="0" hangingPunct="0">
              <a:spcBef>
                <a:spcPct val="20000"/>
              </a:spcBef>
              <a:spcAft>
                <a:spcPct val="0"/>
              </a:spcAft>
              <a:buChar char="»"/>
              <a:defRPr sz="1200" kern="12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defRPr>
            </a:lvl7pPr>
            <a:lvl8pPr marL="3429000" indent="-228600" algn="l" defTabSz="914400" rtl="0" eaLnBrk="0" fontAlgn="base" latinLnBrk="0" hangingPunct="0">
              <a:spcBef>
                <a:spcPct val="20000"/>
              </a:spcBef>
              <a:spcAft>
                <a:spcPct val="0"/>
              </a:spcAft>
              <a:buChar char="»"/>
              <a:defRPr sz="1200" kern="12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defRPr>
            </a:lvl8pPr>
            <a:lvl9pPr marL="3886200" indent="-228600" algn="l" defTabSz="914400" rtl="0" eaLnBrk="0" fontAlgn="base" latinLnBrk="0" hangingPunct="0">
              <a:spcBef>
                <a:spcPct val="20000"/>
              </a:spcBef>
              <a:spcAft>
                <a:spcPct val="0"/>
              </a:spcAft>
              <a:buChar char="»"/>
              <a:defRPr sz="1200" kern="12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r>
              <a:rPr lang="it-IT" altLang="it-IT" sz="1100" dirty="0">
                <a:solidFill>
                  <a:schemeClr val="bg1"/>
                </a:solidFill>
              </a:rPr>
              <a:t>Pagina 6</a:t>
            </a:r>
          </a:p>
        </p:txBody>
      </p:sp>
      <p:sp>
        <p:nvSpPr>
          <p:cNvPr id="4" name="Rectangle 2">
            <a:extLst>
              <a:ext uri="{FF2B5EF4-FFF2-40B4-BE49-F238E27FC236}">
                <a16:creationId xmlns:a16="http://schemas.microsoft.com/office/drawing/2014/main" id="{08C22CE2-C3D6-2049-0DF7-E203F0E1DD6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0" y="368275"/>
            <a:ext cx="9144000" cy="5048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2400" b="1" kern="1200">
                <a:solidFill>
                  <a:srgbClr val="822433"/>
                </a:solidFill>
                <a:latin typeface="+mj-lt"/>
                <a:ea typeface="+mj-ea"/>
                <a:cs typeface="+mj-cs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822433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822433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822433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822433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822433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822433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822433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822433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algn="ctr" eaLnBrk="1" hangingPunct="1"/>
            <a:r>
              <a:rPr lang="it-IT" altLang="it-IT" dirty="0" err="1"/>
              <a:t>Predictable</a:t>
            </a:r>
            <a:r>
              <a:rPr lang="it-IT" altLang="it-IT" dirty="0"/>
              <a:t> </a:t>
            </a:r>
            <a:r>
              <a:rPr lang="it-IT" altLang="it-IT" dirty="0" err="1"/>
              <a:t>Arguments</a:t>
            </a:r>
            <a:r>
              <a:rPr lang="it-IT" altLang="it-IT" dirty="0"/>
              <a:t> of Knowledge</a:t>
            </a:r>
          </a:p>
        </p:txBody>
      </p:sp>
      <p:sp>
        <p:nvSpPr>
          <p:cNvPr id="3" name="CasellaDiTesto 2">
            <a:extLst>
              <a:ext uri="{FF2B5EF4-FFF2-40B4-BE49-F238E27FC236}">
                <a16:creationId xmlns:a16="http://schemas.microsoft.com/office/drawing/2014/main" id="{54C057D5-E8CC-823A-9CDC-838804699778}"/>
              </a:ext>
            </a:extLst>
          </p:cNvPr>
          <p:cNvSpPr txBox="1"/>
          <p:nvPr/>
        </p:nvSpPr>
        <p:spPr bwMode="auto">
          <a:xfrm>
            <a:off x="567912" y="1912033"/>
            <a:ext cx="1978427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0" indent="0" algn="ctr">
              <a:buNone/>
            </a:pPr>
            <a:r>
              <a:rPr lang="it-IT" sz="2000" b="1" dirty="0"/>
              <a:t>Caratteristiche</a:t>
            </a:r>
            <a:endParaRPr lang="en-US" sz="2000" b="1" dirty="0"/>
          </a:p>
        </p:txBody>
      </p:sp>
      <p:sp>
        <p:nvSpPr>
          <p:cNvPr id="5" name="CasellaDiTesto 4">
            <a:extLst>
              <a:ext uri="{FF2B5EF4-FFF2-40B4-BE49-F238E27FC236}">
                <a16:creationId xmlns:a16="http://schemas.microsoft.com/office/drawing/2014/main" id="{EEC60BE6-1B6F-0756-E811-694D544F6D2D}"/>
              </a:ext>
            </a:extLst>
          </p:cNvPr>
          <p:cNvSpPr txBox="1"/>
          <p:nvPr/>
        </p:nvSpPr>
        <p:spPr bwMode="auto">
          <a:xfrm>
            <a:off x="567912" y="3068222"/>
            <a:ext cx="1807098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0" indent="0" algn="ctr">
              <a:buNone/>
            </a:pPr>
            <a:r>
              <a:rPr lang="en-US" sz="2000" b="1" dirty="0" err="1"/>
              <a:t>PAoK</a:t>
            </a:r>
            <a:r>
              <a:rPr lang="en-US" sz="2000" b="1" dirty="0"/>
              <a:t> con ZK</a:t>
            </a:r>
          </a:p>
        </p:txBody>
      </p:sp>
      <p:sp>
        <p:nvSpPr>
          <p:cNvPr id="8" name="CasellaDiTesto 7">
            <a:extLst>
              <a:ext uri="{FF2B5EF4-FFF2-40B4-BE49-F238E27FC236}">
                <a16:creationId xmlns:a16="http://schemas.microsoft.com/office/drawing/2014/main" id="{45C3D3F4-F314-4763-93B7-6E0FEE11D851}"/>
              </a:ext>
            </a:extLst>
          </p:cNvPr>
          <p:cNvSpPr txBox="1"/>
          <p:nvPr/>
        </p:nvSpPr>
        <p:spPr bwMode="auto">
          <a:xfrm>
            <a:off x="567912" y="4140368"/>
            <a:ext cx="1634112" cy="70788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r>
              <a:rPr lang="en-US" sz="4000" b="1" dirty="0"/>
              <a:t>CPPA</a:t>
            </a:r>
          </a:p>
        </p:txBody>
      </p:sp>
      <p:sp>
        <p:nvSpPr>
          <p:cNvPr id="7" name="CasellaDiTesto 6">
            <a:extLst>
              <a:ext uri="{FF2B5EF4-FFF2-40B4-BE49-F238E27FC236}">
                <a16:creationId xmlns:a16="http://schemas.microsoft.com/office/drawing/2014/main" id="{F6ECDE71-B514-6CE4-A6BF-08B35B5D5566}"/>
              </a:ext>
            </a:extLst>
          </p:cNvPr>
          <p:cNvSpPr txBox="1"/>
          <p:nvPr/>
        </p:nvSpPr>
        <p:spPr bwMode="auto">
          <a:xfrm>
            <a:off x="567912" y="4709693"/>
            <a:ext cx="2967135" cy="70788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0" indent="0">
              <a:buNone/>
            </a:pPr>
            <a:r>
              <a:rPr lang="it-IT" sz="2000" dirty="0" err="1"/>
              <a:t>Commit</a:t>
            </a:r>
            <a:r>
              <a:rPr lang="it-IT" sz="2000" dirty="0"/>
              <a:t>-and-Prove </a:t>
            </a:r>
            <a:r>
              <a:rPr lang="it-IT" sz="2000" dirty="0" err="1"/>
              <a:t>Predictable</a:t>
            </a:r>
            <a:r>
              <a:rPr lang="it-IT" sz="2000" dirty="0"/>
              <a:t> </a:t>
            </a:r>
            <a:r>
              <a:rPr lang="it-IT" sz="2000" dirty="0" err="1"/>
              <a:t>Arguments</a:t>
            </a:r>
            <a:endParaRPr lang="en-US" sz="2000" dirty="0"/>
          </a:p>
        </p:txBody>
      </p:sp>
      <p:sp>
        <p:nvSpPr>
          <p:cNvPr id="11" name="CasellaDiTesto 10">
            <a:extLst>
              <a:ext uri="{FF2B5EF4-FFF2-40B4-BE49-F238E27FC236}">
                <a16:creationId xmlns:a16="http://schemas.microsoft.com/office/drawing/2014/main" id="{7A8614F7-AE35-F411-8D37-30F9CEEF315D}"/>
              </a:ext>
            </a:extLst>
          </p:cNvPr>
          <p:cNvSpPr txBox="1"/>
          <p:nvPr/>
        </p:nvSpPr>
        <p:spPr bwMode="auto">
          <a:xfrm>
            <a:off x="4842588" y="3894085"/>
            <a:ext cx="3733500" cy="163121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0" indent="0" algn="just">
              <a:buNone/>
            </a:pPr>
            <a:r>
              <a:rPr lang="it-IT" sz="2000" dirty="0">
                <a:solidFill>
                  <a:srgbClr val="000000"/>
                </a:solidFill>
              </a:rPr>
              <a:t>Forma rilassata di prevedibilità. P impegna inizialmente una </a:t>
            </a:r>
            <a:r>
              <a:rPr lang="it-IT" sz="2000" dirty="0" err="1">
                <a:solidFill>
                  <a:srgbClr val="000000"/>
                </a:solidFill>
              </a:rPr>
              <a:t>witness</a:t>
            </a:r>
            <a:r>
              <a:rPr lang="it-IT" sz="2000" dirty="0">
                <a:solidFill>
                  <a:srgbClr val="000000"/>
                </a:solidFill>
              </a:rPr>
              <a:t> e le sfide di V possono dipendere da questo commitment.</a:t>
            </a:r>
            <a:endParaRPr lang="en-US" sz="2000" dirty="0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737945802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spd="med">
        <p159:morph option="byObject"/>
      </p:transition>
    </mc:Choice>
    <mc:Fallback>
      <p:transition spd="med">
        <p:fade/>
      </p:transition>
    </mc:Fallback>
  </mc:AlternateContent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Segnaposto piè di pagina 4">
            <a:extLst>
              <a:ext uri="{FF2B5EF4-FFF2-40B4-BE49-F238E27FC236}">
                <a16:creationId xmlns:a16="http://schemas.microsoft.com/office/drawing/2014/main" id="{713867C7-99F0-42C1-BDF1-1330231C60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295400" y="6219825"/>
            <a:ext cx="2895600" cy="457200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rgbClr val="822433"/>
              </a:buClr>
              <a:buChar char="•"/>
              <a:defRPr sz="24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16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14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12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r>
              <a:rPr lang="it-IT" altLang="it-IT" sz="1100" dirty="0" err="1">
                <a:solidFill>
                  <a:schemeClr val="bg1"/>
                </a:solidFill>
              </a:rPr>
              <a:t>Integrating</a:t>
            </a:r>
            <a:r>
              <a:rPr lang="it-IT" altLang="it-IT" sz="1100" dirty="0">
                <a:solidFill>
                  <a:schemeClr val="bg1"/>
                </a:solidFill>
              </a:rPr>
              <a:t> Zero-Knowledge in SCAPI</a:t>
            </a:r>
          </a:p>
        </p:txBody>
      </p:sp>
      <p:sp>
        <p:nvSpPr>
          <p:cNvPr id="6" name="Segnaposto data 3">
            <a:extLst>
              <a:ext uri="{FF2B5EF4-FFF2-40B4-BE49-F238E27FC236}">
                <a16:creationId xmlns:a16="http://schemas.microsoft.com/office/drawing/2014/main" id="{55BEB4CF-D7F4-07C6-F774-7F44CFB6B3E3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343400" y="6146800"/>
            <a:ext cx="1905000" cy="457200"/>
          </a:xfrm>
        </p:spPr>
        <p:txBody>
          <a:bodyPr/>
          <a:lstStyle/>
          <a:p>
            <a:r>
              <a:rPr lang="it-IT" altLang="it-IT" dirty="0">
                <a:solidFill>
                  <a:schemeClr val="bg1"/>
                </a:solidFill>
              </a:rPr>
              <a:t>11/12/2023</a:t>
            </a:r>
          </a:p>
          <a:p>
            <a:endParaRPr lang="it-IT" altLang="it-IT" dirty="0"/>
          </a:p>
        </p:txBody>
      </p:sp>
      <p:sp>
        <p:nvSpPr>
          <p:cNvPr id="21" name="Rettangolo 20">
            <a:extLst>
              <a:ext uri="{FF2B5EF4-FFF2-40B4-BE49-F238E27FC236}">
                <a16:creationId xmlns:a16="http://schemas.microsoft.com/office/drawing/2014/main" id="{D0BA5FCB-10D6-0CD3-0772-A1B020E3967E}"/>
              </a:ext>
            </a:extLst>
          </p:cNvPr>
          <p:cNvSpPr/>
          <p:nvPr/>
        </p:nvSpPr>
        <p:spPr bwMode="auto">
          <a:xfrm>
            <a:off x="0" y="620688"/>
            <a:ext cx="3960440" cy="246224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it-IT" sz="900" b="0" i="0" u="none" strike="noStrike" cap="none" normalizeH="0" baseline="0">
              <a:ln>
                <a:noFill/>
              </a:ln>
              <a:solidFill>
                <a:schemeClr val="bg1"/>
              </a:solidFill>
              <a:effectLst/>
              <a:latin typeface="Arial" panose="020B0604020202020204" pitchFamily="34" charset="0"/>
              <a:ea typeface="ＭＳ Ｐゴシック" panose="020B0600070205080204" pitchFamily="34" charset="-128"/>
            </a:endParaRPr>
          </a:p>
        </p:txBody>
      </p:sp>
      <p:sp>
        <p:nvSpPr>
          <p:cNvPr id="2" name="Segnaposto numero diapositiva 5">
            <a:extLst>
              <a:ext uri="{FF2B5EF4-FFF2-40B4-BE49-F238E27FC236}">
                <a16:creationId xmlns:a16="http://schemas.microsoft.com/office/drawing/2014/main" id="{23CDD47C-4CEB-8639-F2E7-D6D2F85D31A7}"/>
              </a:ext>
            </a:extLst>
          </p:cNvPr>
          <p:cNvSpPr txBox="1">
            <a:spLocks/>
          </p:cNvSpPr>
          <p:nvPr/>
        </p:nvSpPr>
        <p:spPr bwMode="auto">
          <a:xfrm>
            <a:off x="6548472" y="6146800"/>
            <a:ext cx="19050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defPPr>
              <a:defRPr lang="it-IT"/>
            </a:defPPr>
            <a:lvl1pPr algn="r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22433"/>
              </a:buClr>
              <a:buChar char="•"/>
              <a:defRPr sz="2400" kern="12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 kern="12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1600" kern="12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1400" kern="12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 kern="12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defRPr>
            </a:lvl5pPr>
            <a:lvl6pPr marL="2514600" indent="-228600" algn="l" defTabSz="914400" rtl="0" eaLnBrk="0" fontAlgn="base" latinLnBrk="0" hangingPunct="0">
              <a:spcBef>
                <a:spcPct val="20000"/>
              </a:spcBef>
              <a:spcAft>
                <a:spcPct val="0"/>
              </a:spcAft>
              <a:buChar char="»"/>
              <a:defRPr sz="1200" kern="12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defRPr>
            </a:lvl6pPr>
            <a:lvl7pPr marL="2971800" indent="-228600" algn="l" defTabSz="914400" rtl="0" eaLnBrk="0" fontAlgn="base" latinLnBrk="0" hangingPunct="0">
              <a:spcBef>
                <a:spcPct val="20000"/>
              </a:spcBef>
              <a:spcAft>
                <a:spcPct val="0"/>
              </a:spcAft>
              <a:buChar char="»"/>
              <a:defRPr sz="1200" kern="12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defRPr>
            </a:lvl7pPr>
            <a:lvl8pPr marL="3429000" indent="-228600" algn="l" defTabSz="914400" rtl="0" eaLnBrk="0" fontAlgn="base" latinLnBrk="0" hangingPunct="0">
              <a:spcBef>
                <a:spcPct val="20000"/>
              </a:spcBef>
              <a:spcAft>
                <a:spcPct val="0"/>
              </a:spcAft>
              <a:buChar char="»"/>
              <a:defRPr sz="1200" kern="12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defRPr>
            </a:lvl8pPr>
            <a:lvl9pPr marL="3886200" indent="-228600" algn="l" defTabSz="914400" rtl="0" eaLnBrk="0" fontAlgn="base" latinLnBrk="0" hangingPunct="0">
              <a:spcBef>
                <a:spcPct val="20000"/>
              </a:spcBef>
              <a:spcAft>
                <a:spcPct val="0"/>
              </a:spcAft>
              <a:buChar char="»"/>
              <a:defRPr sz="1200" kern="12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r>
              <a:rPr lang="it-IT" altLang="it-IT" sz="1100" dirty="0">
                <a:solidFill>
                  <a:schemeClr val="bg1"/>
                </a:solidFill>
              </a:rPr>
              <a:t>Pagina 7</a:t>
            </a:r>
          </a:p>
        </p:txBody>
      </p:sp>
      <p:sp>
        <p:nvSpPr>
          <p:cNvPr id="4" name="Rectangle 2">
            <a:extLst>
              <a:ext uri="{FF2B5EF4-FFF2-40B4-BE49-F238E27FC236}">
                <a16:creationId xmlns:a16="http://schemas.microsoft.com/office/drawing/2014/main" id="{08C22CE2-C3D6-2049-0DF7-E203F0E1DD6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0" y="2830523"/>
            <a:ext cx="9144000" cy="5048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2400" b="1" kern="1200">
                <a:solidFill>
                  <a:srgbClr val="822433"/>
                </a:solidFill>
                <a:latin typeface="+mj-lt"/>
                <a:ea typeface="+mj-ea"/>
                <a:cs typeface="+mj-cs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822433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822433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822433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822433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822433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822433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822433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822433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algn="ctr" eaLnBrk="1" hangingPunct="1"/>
            <a:r>
              <a:rPr lang="it-IT" altLang="it-IT" dirty="0"/>
              <a:t>Libreria SCAPI</a:t>
            </a:r>
          </a:p>
          <a:p>
            <a:pPr algn="ctr" eaLnBrk="1" hangingPunct="1"/>
            <a:endParaRPr lang="it-IT" altLang="it-IT" dirty="0"/>
          </a:p>
        </p:txBody>
      </p:sp>
    </p:spTree>
    <p:extLst>
      <p:ext uri="{BB962C8B-B14F-4D97-AF65-F5344CB8AC3E}">
        <p14:creationId xmlns:p14="http://schemas.microsoft.com/office/powerpoint/2010/main" val="3511740668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spd="med">
        <p159:morph option="byObject"/>
      </p:transition>
    </mc:Choice>
    <mc:Fallback>
      <p:transition spd="med">
        <p:fade/>
      </p:transition>
    </mc:Fallback>
  </mc:AlternateContent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Segnaposto piè di pagina 4">
            <a:extLst>
              <a:ext uri="{FF2B5EF4-FFF2-40B4-BE49-F238E27FC236}">
                <a16:creationId xmlns:a16="http://schemas.microsoft.com/office/drawing/2014/main" id="{713867C7-99F0-42C1-BDF1-1330231C60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295400" y="6219825"/>
            <a:ext cx="2895600" cy="457200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rgbClr val="822433"/>
              </a:buClr>
              <a:buChar char="•"/>
              <a:defRPr sz="24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16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14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12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r>
              <a:rPr lang="it-IT" altLang="it-IT" sz="1100" dirty="0" err="1">
                <a:solidFill>
                  <a:schemeClr val="bg1"/>
                </a:solidFill>
              </a:rPr>
              <a:t>Integrating</a:t>
            </a:r>
            <a:r>
              <a:rPr lang="it-IT" altLang="it-IT" sz="1100" dirty="0">
                <a:solidFill>
                  <a:schemeClr val="bg1"/>
                </a:solidFill>
              </a:rPr>
              <a:t> Zero-Knowledge in SCAPI</a:t>
            </a:r>
          </a:p>
        </p:txBody>
      </p:sp>
      <p:sp>
        <p:nvSpPr>
          <p:cNvPr id="6" name="Segnaposto data 3">
            <a:extLst>
              <a:ext uri="{FF2B5EF4-FFF2-40B4-BE49-F238E27FC236}">
                <a16:creationId xmlns:a16="http://schemas.microsoft.com/office/drawing/2014/main" id="{55BEB4CF-D7F4-07C6-F774-7F44CFB6B3E3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343400" y="6146800"/>
            <a:ext cx="1905000" cy="457200"/>
          </a:xfrm>
        </p:spPr>
        <p:txBody>
          <a:bodyPr/>
          <a:lstStyle/>
          <a:p>
            <a:r>
              <a:rPr lang="it-IT" altLang="it-IT" dirty="0">
                <a:solidFill>
                  <a:schemeClr val="bg1"/>
                </a:solidFill>
              </a:rPr>
              <a:t>11/12/2023</a:t>
            </a:r>
          </a:p>
          <a:p>
            <a:endParaRPr lang="it-IT" altLang="it-IT" dirty="0"/>
          </a:p>
        </p:txBody>
      </p:sp>
      <p:sp>
        <p:nvSpPr>
          <p:cNvPr id="21" name="Rettangolo 20">
            <a:extLst>
              <a:ext uri="{FF2B5EF4-FFF2-40B4-BE49-F238E27FC236}">
                <a16:creationId xmlns:a16="http://schemas.microsoft.com/office/drawing/2014/main" id="{D0BA5FCB-10D6-0CD3-0772-A1B020E3967E}"/>
              </a:ext>
            </a:extLst>
          </p:cNvPr>
          <p:cNvSpPr/>
          <p:nvPr/>
        </p:nvSpPr>
        <p:spPr bwMode="auto">
          <a:xfrm>
            <a:off x="0" y="620688"/>
            <a:ext cx="3960440" cy="246224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it-IT" sz="900" b="0" i="0" u="none" strike="noStrike" cap="none" normalizeH="0" baseline="0">
              <a:ln>
                <a:noFill/>
              </a:ln>
              <a:solidFill>
                <a:schemeClr val="bg1"/>
              </a:solidFill>
              <a:effectLst/>
              <a:latin typeface="Arial" panose="020B0604020202020204" pitchFamily="34" charset="0"/>
              <a:ea typeface="ＭＳ Ｐゴシック" panose="020B0600070205080204" pitchFamily="34" charset="-128"/>
            </a:endParaRPr>
          </a:p>
        </p:txBody>
      </p:sp>
      <p:sp>
        <p:nvSpPr>
          <p:cNvPr id="2" name="Segnaposto numero diapositiva 5">
            <a:extLst>
              <a:ext uri="{FF2B5EF4-FFF2-40B4-BE49-F238E27FC236}">
                <a16:creationId xmlns:a16="http://schemas.microsoft.com/office/drawing/2014/main" id="{23CDD47C-4CEB-8639-F2E7-D6D2F85D31A7}"/>
              </a:ext>
            </a:extLst>
          </p:cNvPr>
          <p:cNvSpPr txBox="1">
            <a:spLocks/>
          </p:cNvSpPr>
          <p:nvPr/>
        </p:nvSpPr>
        <p:spPr bwMode="auto">
          <a:xfrm>
            <a:off x="6548472" y="6146800"/>
            <a:ext cx="19050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defPPr>
              <a:defRPr lang="it-IT"/>
            </a:defPPr>
            <a:lvl1pPr algn="r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22433"/>
              </a:buClr>
              <a:buChar char="•"/>
              <a:defRPr sz="2400" kern="12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 kern="12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1600" kern="12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1400" kern="12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 kern="12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defRPr>
            </a:lvl5pPr>
            <a:lvl6pPr marL="2514600" indent="-228600" algn="l" defTabSz="914400" rtl="0" eaLnBrk="0" fontAlgn="base" latinLnBrk="0" hangingPunct="0">
              <a:spcBef>
                <a:spcPct val="20000"/>
              </a:spcBef>
              <a:spcAft>
                <a:spcPct val="0"/>
              </a:spcAft>
              <a:buChar char="»"/>
              <a:defRPr sz="1200" kern="12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defRPr>
            </a:lvl6pPr>
            <a:lvl7pPr marL="2971800" indent="-228600" algn="l" defTabSz="914400" rtl="0" eaLnBrk="0" fontAlgn="base" latinLnBrk="0" hangingPunct="0">
              <a:spcBef>
                <a:spcPct val="20000"/>
              </a:spcBef>
              <a:spcAft>
                <a:spcPct val="0"/>
              </a:spcAft>
              <a:buChar char="»"/>
              <a:defRPr sz="1200" kern="12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defRPr>
            </a:lvl7pPr>
            <a:lvl8pPr marL="3429000" indent="-228600" algn="l" defTabSz="914400" rtl="0" eaLnBrk="0" fontAlgn="base" latinLnBrk="0" hangingPunct="0">
              <a:spcBef>
                <a:spcPct val="20000"/>
              </a:spcBef>
              <a:spcAft>
                <a:spcPct val="0"/>
              </a:spcAft>
              <a:buChar char="»"/>
              <a:defRPr sz="1200" kern="12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defRPr>
            </a:lvl8pPr>
            <a:lvl9pPr marL="3886200" indent="-228600" algn="l" defTabSz="914400" rtl="0" eaLnBrk="0" fontAlgn="base" latinLnBrk="0" hangingPunct="0">
              <a:spcBef>
                <a:spcPct val="20000"/>
              </a:spcBef>
              <a:spcAft>
                <a:spcPct val="0"/>
              </a:spcAft>
              <a:buChar char="»"/>
              <a:defRPr sz="1200" kern="12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r>
              <a:rPr lang="it-IT" altLang="it-IT" sz="1100" dirty="0">
                <a:solidFill>
                  <a:schemeClr val="bg1"/>
                </a:solidFill>
              </a:rPr>
              <a:t>Pagina 7</a:t>
            </a:r>
          </a:p>
        </p:txBody>
      </p:sp>
      <p:sp>
        <p:nvSpPr>
          <p:cNvPr id="4" name="Rectangle 2">
            <a:extLst>
              <a:ext uri="{FF2B5EF4-FFF2-40B4-BE49-F238E27FC236}">
                <a16:creationId xmlns:a16="http://schemas.microsoft.com/office/drawing/2014/main" id="{08C22CE2-C3D6-2049-0DF7-E203F0E1DD6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0" y="368275"/>
            <a:ext cx="9144000" cy="5048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2400" b="1" kern="1200">
                <a:solidFill>
                  <a:srgbClr val="822433"/>
                </a:solidFill>
                <a:latin typeface="+mj-lt"/>
                <a:ea typeface="+mj-ea"/>
                <a:cs typeface="+mj-cs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822433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822433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822433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822433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822433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822433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822433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822433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algn="ctr" eaLnBrk="1" hangingPunct="1"/>
            <a:r>
              <a:rPr lang="it-IT" altLang="it-IT" dirty="0"/>
              <a:t>Libreria SCAPI</a:t>
            </a:r>
          </a:p>
        </p:txBody>
      </p:sp>
      <p:sp>
        <p:nvSpPr>
          <p:cNvPr id="3" name="CasellaDiTesto 2">
            <a:extLst>
              <a:ext uri="{FF2B5EF4-FFF2-40B4-BE49-F238E27FC236}">
                <a16:creationId xmlns:a16="http://schemas.microsoft.com/office/drawing/2014/main" id="{54C057D5-E8CC-823A-9CDC-838804699778}"/>
              </a:ext>
            </a:extLst>
          </p:cNvPr>
          <p:cNvSpPr txBox="1"/>
          <p:nvPr/>
        </p:nvSpPr>
        <p:spPr bwMode="auto">
          <a:xfrm>
            <a:off x="567912" y="1912033"/>
            <a:ext cx="1978427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0" indent="0" algn="ctr">
              <a:buNone/>
            </a:pPr>
            <a:r>
              <a:rPr lang="it-IT" sz="2000" b="1" dirty="0"/>
              <a:t>Caratteristiche</a:t>
            </a:r>
            <a:endParaRPr lang="en-US" sz="2000" b="1" dirty="0"/>
          </a:p>
        </p:txBody>
      </p:sp>
      <p:sp>
        <p:nvSpPr>
          <p:cNvPr id="5" name="CasellaDiTesto 4">
            <a:extLst>
              <a:ext uri="{FF2B5EF4-FFF2-40B4-BE49-F238E27FC236}">
                <a16:creationId xmlns:a16="http://schemas.microsoft.com/office/drawing/2014/main" id="{EEC60BE6-1B6F-0756-E811-694D544F6D2D}"/>
              </a:ext>
            </a:extLst>
          </p:cNvPr>
          <p:cNvSpPr txBox="1"/>
          <p:nvPr/>
        </p:nvSpPr>
        <p:spPr bwMode="auto">
          <a:xfrm>
            <a:off x="567912" y="3053509"/>
            <a:ext cx="1636987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0" indent="0" algn="ctr">
              <a:buNone/>
            </a:pPr>
            <a:r>
              <a:rPr lang="en-US" sz="2000" b="1" dirty="0" err="1"/>
              <a:t>Architettura</a:t>
            </a:r>
            <a:endParaRPr lang="en-US" sz="2000" b="1" dirty="0"/>
          </a:p>
        </p:txBody>
      </p:sp>
      <p:sp>
        <p:nvSpPr>
          <p:cNvPr id="8" name="CasellaDiTesto 7">
            <a:extLst>
              <a:ext uri="{FF2B5EF4-FFF2-40B4-BE49-F238E27FC236}">
                <a16:creationId xmlns:a16="http://schemas.microsoft.com/office/drawing/2014/main" id="{45C3D3F4-F314-4763-93B7-6E0FEE11D851}"/>
              </a:ext>
            </a:extLst>
          </p:cNvPr>
          <p:cNvSpPr txBox="1"/>
          <p:nvPr/>
        </p:nvSpPr>
        <p:spPr bwMode="auto">
          <a:xfrm>
            <a:off x="567912" y="4224413"/>
            <a:ext cx="4572000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r>
              <a:rPr lang="en-US" sz="2000" b="1" dirty="0" err="1"/>
              <a:t>Utilizzo</a:t>
            </a:r>
            <a:r>
              <a:rPr lang="en-US" sz="2000" b="1" dirty="0"/>
              <a:t> </a:t>
            </a:r>
            <a:r>
              <a:rPr lang="en-US" sz="2000" b="1" dirty="0" err="1"/>
              <a:t>nel</a:t>
            </a:r>
            <a:r>
              <a:rPr lang="en-US" sz="2000" b="1" dirty="0"/>
              <a:t> </a:t>
            </a:r>
            <a:r>
              <a:rPr lang="en-US" sz="2000" b="1" dirty="0" err="1"/>
              <a:t>progetto</a:t>
            </a:r>
            <a:endParaRPr lang="en-US" sz="2000" b="1" dirty="0"/>
          </a:p>
        </p:txBody>
      </p:sp>
    </p:spTree>
    <p:extLst>
      <p:ext uri="{BB962C8B-B14F-4D97-AF65-F5344CB8AC3E}">
        <p14:creationId xmlns:p14="http://schemas.microsoft.com/office/powerpoint/2010/main" val="1781507096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spd="med">
        <p159:morph option="byObject"/>
      </p:transition>
    </mc:Choice>
    <mc:Fallback>
      <p:transition spd="med">
        <p:fade/>
      </p:transition>
    </mc:Fallback>
  </mc:AlternateContent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Segnaposto piè di pagina 4">
            <a:extLst>
              <a:ext uri="{FF2B5EF4-FFF2-40B4-BE49-F238E27FC236}">
                <a16:creationId xmlns:a16="http://schemas.microsoft.com/office/drawing/2014/main" id="{713867C7-99F0-42C1-BDF1-1330231C60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295400" y="6219825"/>
            <a:ext cx="2895600" cy="457200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rgbClr val="822433"/>
              </a:buClr>
              <a:buChar char="•"/>
              <a:defRPr sz="24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16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14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12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r>
              <a:rPr lang="it-IT" altLang="it-IT" sz="1100" dirty="0" err="1">
                <a:solidFill>
                  <a:schemeClr val="bg1"/>
                </a:solidFill>
              </a:rPr>
              <a:t>Integrating</a:t>
            </a:r>
            <a:r>
              <a:rPr lang="it-IT" altLang="it-IT" sz="1100" dirty="0">
                <a:solidFill>
                  <a:schemeClr val="bg1"/>
                </a:solidFill>
              </a:rPr>
              <a:t> Zero-Knowledge in SCAPI</a:t>
            </a:r>
          </a:p>
        </p:txBody>
      </p:sp>
      <p:sp>
        <p:nvSpPr>
          <p:cNvPr id="6" name="Segnaposto data 3">
            <a:extLst>
              <a:ext uri="{FF2B5EF4-FFF2-40B4-BE49-F238E27FC236}">
                <a16:creationId xmlns:a16="http://schemas.microsoft.com/office/drawing/2014/main" id="{55BEB4CF-D7F4-07C6-F774-7F44CFB6B3E3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343400" y="6146800"/>
            <a:ext cx="1905000" cy="457200"/>
          </a:xfrm>
        </p:spPr>
        <p:txBody>
          <a:bodyPr/>
          <a:lstStyle/>
          <a:p>
            <a:r>
              <a:rPr lang="it-IT" altLang="it-IT" dirty="0">
                <a:solidFill>
                  <a:schemeClr val="bg1"/>
                </a:solidFill>
              </a:rPr>
              <a:t>11/12/2023</a:t>
            </a:r>
          </a:p>
          <a:p>
            <a:endParaRPr lang="it-IT" altLang="it-IT" dirty="0"/>
          </a:p>
        </p:txBody>
      </p:sp>
      <p:sp>
        <p:nvSpPr>
          <p:cNvPr id="21" name="Rettangolo 20">
            <a:extLst>
              <a:ext uri="{FF2B5EF4-FFF2-40B4-BE49-F238E27FC236}">
                <a16:creationId xmlns:a16="http://schemas.microsoft.com/office/drawing/2014/main" id="{D0BA5FCB-10D6-0CD3-0772-A1B020E3967E}"/>
              </a:ext>
            </a:extLst>
          </p:cNvPr>
          <p:cNvSpPr/>
          <p:nvPr/>
        </p:nvSpPr>
        <p:spPr bwMode="auto">
          <a:xfrm>
            <a:off x="0" y="620688"/>
            <a:ext cx="3960440" cy="246224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it-IT" sz="900" b="0" i="0" u="none" strike="noStrike" cap="none" normalizeH="0" baseline="0">
              <a:ln>
                <a:noFill/>
              </a:ln>
              <a:solidFill>
                <a:schemeClr val="bg1"/>
              </a:solidFill>
              <a:effectLst/>
              <a:latin typeface="Arial" panose="020B0604020202020204" pitchFamily="34" charset="0"/>
              <a:ea typeface="ＭＳ Ｐゴシック" panose="020B0600070205080204" pitchFamily="34" charset="-128"/>
            </a:endParaRPr>
          </a:p>
        </p:txBody>
      </p:sp>
      <p:sp>
        <p:nvSpPr>
          <p:cNvPr id="2" name="Segnaposto numero diapositiva 5">
            <a:extLst>
              <a:ext uri="{FF2B5EF4-FFF2-40B4-BE49-F238E27FC236}">
                <a16:creationId xmlns:a16="http://schemas.microsoft.com/office/drawing/2014/main" id="{23CDD47C-4CEB-8639-F2E7-D6D2F85D31A7}"/>
              </a:ext>
            </a:extLst>
          </p:cNvPr>
          <p:cNvSpPr txBox="1">
            <a:spLocks/>
          </p:cNvSpPr>
          <p:nvPr/>
        </p:nvSpPr>
        <p:spPr bwMode="auto">
          <a:xfrm>
            <a:off x="6548472" y="6146800"/>
            <a:ext cx="19050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defPPr>
              <a:defRPr lang="it-IT"/>
            </a:defPPr>
            <a:lvl1pPr algn="r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22433"/>
              </a:buClr>
              <a:buChar char="•"/>
              <a:defRPr sz="2400" kern="12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 kern="12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1600" kern="12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1400" kern="12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 kern="12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defRPr>
            </a:lvl5pPr>
            <a:lvl6pPr marL="2514600" indent="-228600" algn="l" defTabSz="914400" rtl="0" eaLnBrk="0" fontAlgn="base" latinLnBrk="0" hangingPunct="0">
              <a:spcBef>
                <a:spcPct val="20000"/>
              </a:spcBef>
              <a:spcAft>
                <a:spcPct val="0"/>
              </a:spcAft>
              <a:buChar char="»"/>
              <a:defRPr sz="1200" kern="12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defRPr>
            </a:lvl6pPr>
            <a:lvl7pPr marL="2971800" indent="-228600" algn="l" defTabSz="914400" rtl="0" eaLnBrk="0" fontAlgn="base" latinLnBrk="0" hangingPunct="0">
              <a:spcBef>
                <a:spcPct val="20000"/>
              </a:spcBef>
              <a:spcAft>
                <a:spcPct val="0"/>
              </a:spcAft>
              <a:buChar char="»"/>
              <a:defRPr sz="1200" kern="12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defRPr>
            </a:lvl7pPr>
            <a:lvl8pPr marL="3429000" indent="-228600" algn="l" defTabSz="914400" rtl="0" eaLnBrk="0" fontAlgn="base" latinLnBrk="0" hangingPunct="0">
              <a:spcBef>
                <a:spcPct val="20000"/>
              </a:spcBef>
              <a:spcAft>
                <a:spcPct val="0"/>
              </a:spcAft>
              <a:buChar char="»"/>
              <a:defRPr sz="1200" kern="12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defRPr>
            </a:lvl8pPr>
            <a:lvl9pPr marL="3886200" indent="-228600" algn="l" defTabSz="914400" rtl="0" eaLnBrk="0" fontAlgn="base" latinLnBrk="0" hangingPunct="0">
              <a:spcBef>
                <a:spcPct val="20000"/>
              </a:spcBef>
              <a:spcAft>
                <a:spcPct val="0"/>
              </a:spcAft>
              <a:buChar char="»"/>
              <a:defRPr sz="1200" kern="12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r>
              <a:rPr lang="it-IT" altLang="it-IT" sz="1100" dirty="0">
                <a:solidFill>
                  <a:schemeClr val="bg1"/>
                </a:solidFill>
              </a:rPr>
              <a:t>Pagina 7</a:t>
            </a:r>
          </a:p>
        </p:txBody>
      </p:sp>
      <p:sp>
        <p:nvSpPr>
          <p:cNvPr id="4" name="Rectangle 2">
            <a:extLst>
              <a:ext uri="{FF2B5EF4-FFF2-40B4-BE49-F238E27FC236}">
                <a16:creationId xmlns:a16="http://schemas.microsoft.com/office/drawing/2014/main" id="{08C22CE2-C3D6-2049-0DF7-E203F0E1DD6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0" y="368275"/>
            <a:ext cx="9144000" cy="5048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2400" b="1" kern="1200">
                <a:solidFill>
                  <a:srgbClr val="822433"/>
                </a:solidFill>
                <a:latin typeface="+mj-lt"/>
                <a:ea typeface="+mj-ea"/>
                <a:cs typeface="+mj-cs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822433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822433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822433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822433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822433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822433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822433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822433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algn="ctr" eaLnBrk="1" hangingPunct="1"/>
            <a:r>
              <a:rPr lang="it-IT" altLang="it-IT" dirty="0"/>
              <a:t>Libreria SCAPI</a:t>
            </a:r>
          </a:p>
        </p:txBody>
      </p:sp>
      <p:sp>
        <p:nvSpPr>
          <p:cNvPr id="3" name="CasellaDiTesto 2">
            <a:extLst>
              <a:ext uri="{FF2B5EF4-FFF2-40B4-BE49-F238E27FC236}">
                <a16:creationId xmlns:a16="http://schemas.microsoft.com/office/drawing/2014/main" id="{54C057D5-E8CC-823A-9CDC-838804699778}"/>
              </a:ext>
            </a:extLst>
          </p:cNvPr>
          <p:cNvSpPr txBox="1"/>
          <p:nvPr/>
        </p:nvSpPr>
        <p:spPr bwMode="auto">
          <a:xfrm>
            <a:off x="563198" y="1901915"/>
            <a:ext cx="3780202" cy="70788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0" indent="0" algn="ctr">
              <a:buNone/>
            </a:pPr>
            <a:r>
              <a:rPr lang="it-IT" sz="4000" b="1" dirty="0"/>
              <a:t>Caratteristiche</a:t>
            </a:r>
            <a:endParaRPr lang="en-US" sz="4000" b="1" dirty="0"/>
          </a:p>
        </p:txBody>
      </p:sp>
      <p:sp>
        <p:nvSpPr>
          <p:cNvPr id="5" name="CasellaDiTesto 4">
            <a:extLst>
              <a:ext uri="{FF2B5EF4-FFF2-40B4-BE49-F238E27FC236}">
                <a16:creationId xmlns:a16="http://schemas.microsoft.com/office/drawing/2014/main" id="{EEC60BE6-1B6F-0756-E811-694D544F6D2D}"/>
              </a:ext>
            </a:extLst>
          </p:cNvPr>
          <p:cNvSpPr txBox="1"/>
          <p:nvPr/>
        </p:nvSpPr>
        <p:spPr bwMode="auto">
          <a:xfrm>
            <a:off x="567912" y="3053509"/>
            <a:ext cx="1636987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0" indent="0" algn="ctr">
              <a:buNone/>
            </a:pPr>
            <a:r>
              <a:rPr lang="en-US" sz="2000" b="1" dirty="0" err="1"/>
              <a:t>Architettura</a:t>
            </a:r>
            <a:endParaRPr lang="en-US" sz="2000" b="1" dirty="0"/>
          </a:p>
        </p:txBody>
      </p:sp>
      <p:sp>
        <p:nvSpPr>
          <p:cNvPr id="8" name="CasellaDiTesto 7">
            <a:extLst>
              <a:ext uri="{FF2B5EF4-FFF2-40B4-BE49-F238E27FC236}">
                <a16:creationId xmlns:a16="http://schemas.microsoft.com/office/drawing/2014/main" id="{45C3D3F4-F314-4763-93B7-6E0FEE11D851}"/>
              </a:ext>
            </a:extLst>
          </p:cNvPr>
          <p:cNvSpPr txBox="1"/>
          <p:nvPr/>
        </p:nvSpPr>
        <p:spPr bwMode="auto">
          <a:xfrm>
            <a:off x="567912" y="4224413"/>
            <a:ext cx="4572000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r>
              <a:rPr lang="en-US" sz="2000" b="1" dirty="0" err="1"/>
              <a:t>Utilizzo</a:t>
            </a:r>
            <a:r>
              <a:rPr lang="en-US" sz="2000" b="1" dirty="0"/>
              <a:t> </a:t>
            </a:r>
            <a:r>
              <a:rPr lang="en-US" sz="2000" b="1" dirty="0" err="1"/>
              <a:t>nel</a:t>
            </a:r>
            <a:r>
              <a:rPr lang="en-US" sz="2000" b="1" dirty="0"/>
              <a:t> </a:t>
            </a:r>
            <a:r>
              <a:rPr lang="en-US" sz="2000" b="1" dirty="0" err="1"/>
              <a:t>progetto</a:t>
            </a:r>
            <a:endParaRPr lang="en-US" sz="2000" b="1" dirty="0"/>
          </a:p>
        </p:txBody>
      </p:sp>
      <p:sp>
        <p:nvSpPr>
          <p:cNvPr id="7" name="CasellaDiTesto 6">
            <a:extLst>
              <a:ext uri="{FF2B5EF4-FFF2-40B4-BE49-F238E27FC236}">
                <a16:creationId xmlns:a16="http://schemas.microsoft.com/office/drawing/2014/main" id="{FB74A804-78AF-C618-941A-61E1EB1EF16D}"/>
              </a:ext>
            </a:extLst>
          </p:cNvPr>
          <p:cNvSpPr txBox="1"/>
          <p:nvPr/>
        </p:nvSpPr>
        <p:spPr bwMode="auto">
          <a:xfrm>
            <a:off x="5393094" y="1594138"/>
            <a:ext cx="3187708" cy="132343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0" indent="0" algn="ctr">
              <a:buNone/>
            </a:pPr>
            <a:r>
              <a:rPr lang="it-IT" sz="2000" dirty="0">
                <a:solidFill>
                  <a:srgbClr val="000000"/>
                </a:solidFill>
              </a:rPr>
              <a:t>general-</a:t>
            </a:r>
            <a:r>
              <a:rPr lang="it-IT" sz="2000" dirty="0" err="1">
                <a:solidFill>
                  <a:srgbClr val="000000"/>
                </a:solidFill>
              </a:rPr>
              <a:t>purpose</a:t>
            </a:r>
            <a:r>
              <a:rPr lang="it-IT" sz="2000" dirty="0">
                <a:solidFill>
                  <a:srgbClr val="000000"/>
                </a:solidFill>
              </a:rPr>
              <a:t>, focalizzata sulla secure </a:t>
            </a:r>
            <a:r>
              <a:rPr lang="it-IT" sz="2000" dirty="0" err="1">
                <a:solidFill>
                  <a:srgbClr val="000000"/>
                </a:solidFill>
              </a:rPr>
              <a:t>computation</a:t>
            </a:r>
            <a:r>
              <a:rPr lang="it-IT" sz="2000" dirty="0">
                <a:solidFill>
                  <a:srgbClr val="000000"/>
                </a:solidFill>
              </a:rPr>
              <a:t> e basata su gerarchia di interfacce.</a:t>
            </a:r>
            <a:endParaRPr lang="en-US" sz="2000" dirty="0">
              <a:solidFill>
                <a:srgbClr val="000000"/>
              </a:solidFill>
            </a:endParaRPr>
          </a:p>
        </p:txBody>
      </p:sp>
      <p:pic>
        <p:nvPicPr>
          <p:cNvPr id="11" name="Immagine 10" descr="Immagine che contiene testo, schermata, diagramma, Carattere&#10;&#10;Descrizione generata automaticamente">
            <a:extLst>
              <a:ext uri="{FF2B5EF4-FFF2-40B4-BE49-F238E27FC236}">
                <a16:creationId xmlns:a16="http://schemas.microsoft.com/office/drawing/2014/main" id="{6AC948E9-0DFD-19B9-FF1E-49FB7011BA8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259622" y="2212613"/>
            <a:ext cx="4848263" cy="20819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89951385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spd="med">
        <p159:morph option="byObject"/>
      </p:transition>
    </mc:Choice>
    <mc:Fallback>
      <p:transition spd="med">
        <p:fade/>
      </p:transition>
    </mc:Fallback>
  </mc:AlternateContent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Segnaposto piè di pagina 4">
            <a:extLst>
              <a:ext uri="{FF2B5EF4-FFF2-40B4-BE49-F238E27FC236}">
                <a16:creationId xmlns:a16="http://schemas.microsoft.com/office/drawing/2014/main" id="{713867C7-99F0-42C1-BDF1-1330231C60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295400" y="6219825"/>
            <a:ext cx="2895600" cy="457200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rgbClr val="822433"/>
              </a:buClr>
              <a:buChar char="•"/>
              <a:defRPr sz="24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16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14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12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r>
              <a:rPr lang="it-IT" altLang="it-IT" sz="1100" dirty="0" err="1">
                <a:solidFill>
                  <a:schemeClr val="bg1"/>
                </a:solidFill>
              </a:rPr>
              <a:t>Integrating</a:t>
            </a:r>
            <a:r>
              <a:rPr lang="it-IT" altLang="it-IT" sz="1100" dirty="0">
                <a:solidFill>
                  <a:schemeClr val="bg1"/>
                </a:solidFill>
              </a:rPr>
              <a:t> Zero-Knowledge in SCAPI</a:t>
            </a:r>
          </a:p>
        </p:txBody>
      </p:sp>
      <p:sp>
        <p:nvSpPr>
          <p:cNvPr id="6" name="Segnaposto data 3">
            <a:extLst>
              <a:ext uri="{FF2B5EF4-FFF2-40B4-BE49-F238E27FC236}">
                <a16:creationId xmlns:a16="http://schemas.microsoft.com/office/drawing/2014/main" id="{55BEB4CF-D7F4-07C6-F774-7F44CFB6B3E3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343400" y="6146800"/>
            <a:ext cx="1905000" cy="457200"/>
          </a:xfrm>
        </p:spPr>
        <p:txBody>
          <a:bodyPr/>
          <a:lstStyle/>
          <a:p>
            <a:r>
              <a:rPr lang="it-IT" altLang="it-IT" dirty="0">
                <a:solidFill>
                  <a:schemeClr val="bg1"/>
                </a:solidFill>
              </a:rPr>
              <a:t>11/12/2023</a:t>
            </a:r>
          </a:p>
          <a:p>
            <a:endParaRPr lang="it-IT" altLang="it-IT" dirty="0"/>
          </a:p>
        </p:txBody>
      </p:sp>
      <p:sp>
        <p:nvSpPr>
          <p:cNvPr id="21" name="Rettangolo 20">
            <a:extLst>
              <a:ext uri="{FF2B5EF4-FFF2-40B4-BE49-F238E27FC236}">
                <a16:creationId xmlns:a16="http://schemas.microsoft.com/office/drawing/2014/main" id="{D0BA5FCB-10D6-0CD3-0772-A1B020E3967E}"/>
              </a:ext>
            </a:extLst>
          </p:cNvPr>
          <p:cNvSpPr/>
          <p:nvPr/>
        </p:nvSpPr>
        <p:spPr bwMode="auto">
          <a:xfrm>
            <a:off x="0" y="620688"/>
            <a:ext cx="3960440" cy="246224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it-IT" sz="900" b="0" i="0" u="none" strike="noStrike" cap="none" normalizeH="0" baseline="0">
              <a:ln>
                <a:noFill/>
              </a:ln>
              <a:solidFill>
                <a:schemeClr val="bg1"/>
              </a:solidFill>
              <a:effectLst/>
              <a:latin typeface="Arial" panose="020B0604020202020204" pitchFamily="34" charset="0"/>
              <a:ea typeface="ＭＳ Ｐゴシック" panose="020B0600070205080204" pitchFamily="34" charset="-128"/>
            </a:endParaRPr>
          </a:p>
        </p:txBody>
      </p:sp>
      <p:sp>
        <p:nvSpPr>
          <p:cNvPr id="2" name="Segnaposto numero diapositiva 5">
            <a:extLst>
              <a:ext uri="{FF2B5EF4-FFF2-40B4-BE49-F238E27FC236}">
                <a16:creationId xmlns:a16="http://schemas.microsoft.com/office/drawing/2014/main" id="{23CDD47C-4CEB-8639-F2E7-D6D2F85D31A7}"/>
              </a:ext>
            </a:extLst>
          </p:cNvPr>
          <p:cNvSpPr txBox="1">
            <a:spLocks/>
          </p:cNvSpPr>
          <p:nvPr/>
        </p:nvSpPr>
        <p:spPr bwMode="auto">
          <a:xfrm>
            <a:off x="6548472" y="6146800"/>
            <a:ext cx="19050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defPPr>
              <a:defRPr lang="it-IT"/>
            </a:defPPr>
            <a:lvl1pPr algn="r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22433"/>
              </a:buClr>
              <a:buChar char="•"/>
              <a:defRPr sz="2400" kern="12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 kern="12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1600" kern="12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1400" kern="12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 kern="12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defRPr>
            </a:lvl5pPr>
            <a:lvl6pPr marL="2514600" indent="-228600" algn="l" defTabSz="914400" rtl="0" eaLnBrk="0" fontAlgn="base" latinLnBrk="0" hangingPunct="0">
              <a:spcBef>
                <a:spcPct val="20000"/>
              </a:spcBef>
              <a:spcAft>
                <a:spcPct val="0"/>
              </a:spcAft>
              <a:buChar char="»"/>
              <a:defRPr sz="1200" kern="12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defRPr>
            </a:lvl6pPr>
            <a:lvl7pPr marL="2971800" indent="-228600" algn="l" defTabSz="914400" rtl="0" eaLnBrk="0" fontAlgn="base" latinLnBrk="0" hangingPunct="0">
              <a:spcBef>
                <a:spcPct val="20000"/>
              </a:spcBef>
              <a:spcAft>
                <a:spcPct val="0"/>
              </a:spcAft>
              <a:buChar char="»"/>
              <a:defRPr sz="1200" kern="12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defRPr>
            </a:lvl7pPr>
            <a:lvl8pPr marL="3429000" indent="-228600" algn="l" defTabSz="914400" rtl="0" eaLnBrk="0" fontAlgn="base" latinLnBrk="0" hangingPunct="0">
              <a:spcBef>
                <a:spcPct val="20000"/>
              </a:spcBef>
              <a:spcAft>
                <a:spcPct val="0"/>
              </a:spcAft>
              <a:buChar char="»"/>
              <a:defRPr sz="1200" kern="12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defRPr>
            </a:lvl8pPr>
            <a:lvl9pPr marL="3886200" indent="-228600" algn="l" defTabSz="914400" rtl="0" eaLnBrk="0" fontAlgn="base" latinLnBrk="0" hangingPunct="0">
              <a:spcBef>
                <a:spcPct val="20000"/>
              </a:spcBef>
              <a:spcAft>
                <a:spcPct val="0"/>
              </a:spcAft>
              <a:buChar char="»"/>
              <a:defRPr sz="1200" kern="12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r>
              <a:rPr lang="it-IT" altLang="it-IT" sz="1100" dirty="0">
                <a:solidFill>
                  <a:schemeClr val="bg1"/>
                </a:solidFill>
              </a:rPr>
              <a:t>Pagina 7</a:t>
            </a:r>
          </a:p>
        </p:txBody>
      </p:sp>
      <p:sp>
        <p:nvSpPr>
          <p:cNvPr id="4" name="Rectangle 2">
            <a:extLst>
              <a:ext uri="{FF2B5EF4-FFF2-40B4-BE49-F238E27FC236}">
                <a16:creationId xmlns:a16="http://schemas.microsoft.com/office/drawing/2014/main" id="{08C22CE2-C3D6-2049-0DF7-E203F0E1DD6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0" y="368275"/>
            <a:ext cx="9144000" cy="5048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2400" b="1" kern="1200">
                <a:solidFill>
                  <a:srgbClr val="822433"/>
                </a:solidFill>
                <a:latin typeface="+mj-lt"/>
                <a:ea typeface="+mj-ea"/>
                <a:cs typeface="+mj-cs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822433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822433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822433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822433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822433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822433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822433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822433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algn="ctr" eaLnBrk="1" hangingPunct="1"/>
            <a:r>
              <a:rPr lang="it-IT" altLang="it-IT" dirty="0"/>
              <a:t>Libreria SCAPI</a:t>
            </a:r>
          </a:p>
        </p:txBody>
      </p:sp>
      <p:sp>
        <p:nvSpPr>
          <p:cNvPr id="3" name="CasellaDiTesto 2">
            <a:extLst>
              <a:ext uri="{FF2B5EF4-FFF2-40B4-BE49-F238E27FC236}">
                <a16:creationId xmlns:a16="http://schemas.microsoft.com/office/drawing/2014/main" id="{54C057D5-E8CC-823A-9CDC-838804699778}"/>
              </a:ext>
            </a:extLst>
          </p:cNvPr>
          <p:cNvSpPr txBox="1"/>
          <p:nvPr/>
        </p:nvSpPr>
        <p:spPr bwMode="auto">
          <a:xfrm>
            <a:off x="567912" y="1912033"/>
            <a:ext cx="1978427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0" indent="0" algn="ctr">
              <a:buNone/>
            </a:pPr>
            <a:r>
              <a:rPr lang="it-IT" sz="2000" b="1" dirty="0"/>
              <a:t>Caratteristiche</a:t>
            </a:r>
            <a:endParaRPr lang="en-US" sz="2000" b="1" dirty="0"/>
          </a:p>
        </p:txBody>
      </p:sp>
      <p:sp>
        <p:nvSpPr>
          <p:cNvPr id="5" name="CasellaDiTesto 4">
            <a:extLst>
              <a:ext uri="{FF2B5EF4-FFF2-40B4-BE49-F238E27FC236}">
                <a16:creationId xmlns:a16="http://schemas.microsoft.com/office/drawing/2014/main" id="{EEC60BE6-1B6F-0756-E811-694D544F6D2D}"/>
              </a:ext>
            </a:extLst>
          </p:cNvPr>
          <p:cNvSpPr txBox="1"/>
          <p:nvPr/>
        </p:nvSpPr>
        <p:spPr bwMode="auto">
          <a:xfrm>
            <a:off x="567912" y="2997133"/>
            <a:ext cx="3094117" cy="70788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0" indent="0" algn="ctr">
              <a:buNone/>
            </a:pPr>
            <a:r>
              <a:rPr lang="en-US" sz="4000" b="1" dirty="0" err="1"/>
              <a:t>Architettura</a:t>
            </a:r>
            <a:endParaRPr lang="en-US" sz="4000" b="1" dirty="0"/>
          </a:p>
        </p:txBody>
      </p:sp>
      <p:sp>
        <p:nvSpPr>
          <p:cNvPr id="8" name="CasellaDiTesto 7">
            <a:extLst>
              <a:ext uri="{FF2B5EF4-FFF2-40B4-BE49-F238E27FC236}">
                <a16:creationId xmlns:a16="http://schemas.microsoft.com/office/drawing/2014/main" id="{45C3D3F4-F314-4763-93B7-6E0FEE11D851}"/>
              </a:ext>
            </a:extLst>
          </p:cNvPr>
          <p:cNvSpPr txBox="1"/>
          <p:nvPr/>
        </p:nvSpPr>
        <p:spPr bwMode="auto">
          <a:xfrm>
            <a:off x="567912" y="4224413"/>
            <a:ext cx="4572000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r>
              <a:rPr lang="en-US" sz="2000" b="1" dirty="0" err="1"/>
              <a:t>Utilizzo</a:t>
            </a:r>
            <a:r>
              <a:rPr lang="en-US" sz="2000" b="1" dirty="0"/>
              <a:t> </a:t>
            </a:r>
            <a:r>
              <a:rPr lang="en-US" sz="2000" b="1" dirty="0" err="1"/>
              <a:t>nel</a:t>
            </a:r>
            <a:r>
              <a:rPr lang="en-US" sz="2000" b="1" dirty="0"/>
              <a:t> </a:t>
            </a:r>
            <a:r>
              <a:rPr lang="en-US" sz="2000" b="1" dirty="0" err="1"/>
              <a:t>progetto</a:t>
            </a:r>
            <a:endParaRPr lang="en-US" sz="2000" b="1" dirty="0"/>
          </a:p>
        </p:txBody>
      </p:sp>
      <p:pic>
        <p:nvPicPr>
          <p:cNvPr id="7" name="Immagine 6" descr="Immagine che contiene testo, schermata, diagramma, Carattere&#10;&#10;Descrizione generata automaticamente">
            <a:extLst>
              <a:ext uri="{FF2B5EF4-FFF2-40B4-BE49-F238E27FC236}">
                <a16:creationId xmlns:a16="http://schemas.microsoft.com/office/drawing/2014/main" id="{3B3D67A9-CFCA-1E46-335A-FC90348A309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24340" y="2385812"/>
            <a:ext cx="4848263" cy="20819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67432156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spd="med">
        <p159:morph option="byObject"/>
      </p:transition>
    </mc:Choice>
    <mc:Fallback>
      <p:transition spd="med">
        <p:fade/>
      </p:transition>
    </mc:Fallback>
  </mc:AlternateContent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Segnaposto piè di pagina 4">
            <a:extLst>
              <a:ext uri="{FF2B5EF4-FFF2-40B4-BE49-F238E27FC236}">
                <a16:creationId xmlns:a16="http://schemas.microsoft.com/office/drawing/2014/main" id="{713867C7-99F0-42C1-BDF1-1330231C60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295400" y="6219825"/>
            <a:ext cx="2895600" cy="457200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rgbClr val="822433"/>
              </a:buClr>
              <a:buChar char="•"/>
              <a:defRPr sz="24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16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14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12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r>
              <a:rPr lang="it-IT" altLang="it-IT" sz="1100" dirty="0" err="1">
                <a:solidFill>
                  <a:schemeClr val="bg1"/>
                </a:solidFill>
              </a:rPr>
              <a:t>Integrating</a:t>
            </a:r>
            <a:r>
              <a:rPr lang="it-IT" altLang="it-IT" sz="1100" dirty="0">
                <a:solidFill>
                  <a:schemeClr val="bg1"/>
                </a:solidFill>
              </a:rPr>
              <a:t> Zero-Knowledge in SCAPI</a:t>
            </a:r>
          </a:p>
        </p:txBody>
      </p:sp>
      <p:sp>
        <p:nvSpPr>
          <p:cNvPr id="6" name="Segnaposto data 3">
            <a:extLst>
              <a:ext uri="{FF2B5EF4-FFF2-40B4-BE49-F238E27FC236}">
                <a16:creationId xmlns:a16="http://schemas.microsoft.com/office/drawing/2014/main" id="{55BEB4CF-D7F4-07C6-F774-7F44CFB6B3E3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343400" y="6146800"/>
            <a:ext cx="1905000" cy="457200"/>
          </a:xfrm>
        </p:spPr>
        <p:txBody>
          <a:bodyPr/>
          <a:lstStyle/>
          <a:p>
            <a:r>
              <a:rPr lang="it-IT" altLang="it-IT" dirty="0">
                <a:solidFill>
                  <a:schemeClr val="bg1"/>
                </a:solidFill>
              </a:rPr>
              <a:t>11/12/2023</a:t>
            </a:r>
          </a:p>
          <a:p>
            <a:endParaRPr lang="it-IT" altLang="it-IT" dirty="0"/>
          </a:p>
        </p:txBody>
      </p:sp>
      <p:sp>
        <p:nvSpPr>
          <p:cNvPr id="21" name="Rettangolo 20">
            <a:extLst>
              <a:ext uri="{FF2B5EF4-FFF2-40B4-BE49-F238E27FC236}">
                <a16:creationId xmlns:a16="http://schemas.microsoft.com/office/drawing/2014/main" id="{D0BA5FCB-10D6-0CD3-0772-A1B020E3967E}"/>
              </a:ext>
            </a:extLst>
          </p:cNvPr>
          <p:cNvSpPr/>
          <p:nvPr/>
        </p:nvSpPr>
        <p:spPr bwMode="auto">
          <a:xfrm>
            <a:off x="0" y="620688"/>
            <a:ext cx="3960440" cy="246224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it-IT" sz="900" b="0" i="0" u="none" strike="noStrike" cap="none" normalizeH="0" baseline="0">
              <a:ln>
                <a:noFill/>
              </a:ln>
              <a:solidFill>
                <a:schemeClr val="bg1"/>
              </a:solidFill>
              <a:effectLst/>
              <a:latin typeface="Arial" panose="020B0604020202020204" pitchFamily="34" charset="0"/>
              <a:ea typeface="ＭＳ Ｐゴシック" panose="020B0600070205080204" pitchFamily="34" charset="-128"/>
            </a:endParaRPr>
          </a:p>
        </p:txBody>
      </p:sp>
      <p:sp>
        <p:nvSpPr>
          <p:cNvPr id="2" name="Segnaposto numero diapositiva 5">
            <a:extLst>
              <a:ext uri="{FF2B5EF4-FFF2-40B4-BE49-F238E27FC236}">
                <a16:creationId xmlns:a16="http://schemas.microsoft.com/office/drawing/2014/main" id="{23CDD47C-4CEB-8639-F2E7-D6D2F85D31A7}"/>
              </a:ext>
            </a:extLst>
          </p:cNvPr>
          <p:cNvSpPr txBox="1">
            <a:spLocks/>
          </p:cNvSpPr>
          <p:nvPr/>
        </p:nvSpPr>
        <p:spPr bwMode="auto">
          <a:xfrm>
            <a:off x="6548472" y="6146800"/>
            <a:ext cx="19050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defPPr>
              <a:defRPr lang="it-IT"/>
            </a:defPPr>
            <a:lvl1pPr algn="r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22433"/>
              </a:buClr>
              <a:buChar char="•"/>
              <a:defRPr sz="2400" kern="12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 kern="12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1600" kern="12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1400" kern="12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 kern="12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defRPr>
            </a:lvl5pPr>
            <a:lvl6pPr marL="2514600" indent="-228600" algn="l" defTabSz="914400" rtl="0" eaLnBrk="0" fontAlgn="base" latinLnBrk="0" hangingPunct="0">
              <a:spcBef>
                <a:spcPct val="20000"/>
              </a:spcBef>
              <a:spcAft>
                <a:spcPct val="0"/>
              </a:spcAft>
              <a:buChar char="»"/>
              <a:defRPr sz="1200" kern="12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defRPr>
            </a:lvl6pPr>
            <a:lvl7pPr marL="2971800" indent="-228600" algn="l" defTabSz="914400" rtl="0" eaLnBrk="0" fontAlgn="base" latinLnBrk="0" hangingPunct="0">
              <a:spcBef>
                <a:spcPct val="20000"/>
              </a:spcBef>
              <a:spcAft>
                <a:spcPct val="0"/>
              </a:spcAft>
              <a:buChar char="»"/>
              <a:defRPr sz="1200" kern="12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defRPr>
            </a:lvl7pPr>
            <a:lvl8pPr marL="3429000" indent="-228600" algn="l" defTabSz="914400" rtl="0" eaLnBrk="0" fontAlgn="base" latinLnBrk="0" hangingPunct="0">
              <a:spcBef>
                <a:spcPct val="20000"/>
              </a:spcBef>
              <a:spcAft>
                <a:spcPct val="0"/>
              </a:spcAft>
              <a:buChar char="»"/>
              <a:defRPr sz="1200" kern="12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defRPr>
            </a:lvl8pPr>
            <a:lvl9pPr marL="3886200" indent="-228600" algn="l" defTabSz="914400" rtl="0" eaLnBrk="0" fontAlgn="base" latinLnBrk="0" hangingPunct="0">
              <a:spcBef>
                <a:spcPct val="20000"/>
              </a:spcBef>
              <a:spcAft>
                <a:spcPct val="0"/>
              </a:spcAft>
              <a:buChar char="»"/>
              <a:defRPr sz="1200" kern="12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r>
              <a:rPr lang="it-IT" altLang="it-IT" sz="1100" dirty="0">
                <a:solidFill>
                  <a:schemeClr val="bg1"/>
                </a:solidFill>
              </a:rPr>
              <a:t>Pagina 7</a:t>
            </a:r>
          </a:p>
        </p:txBody>
      </p:sp>
      <p:sp>
        <p:nvSpPr>
          <p:cNvPr id="4" name="Rectangle 2">
            <a:extLst>
              <a:ext uri="{FF2B5EF4-FFF2-40B4-BE49-F238E27FC236}">
                <a16:creationId xmlns:a16="http://schemas.microsoft.com/office/drawing/2014/main" id="{08C22CE2-C3D6-2049-0DF7-E203F0E1DD6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0" y="368275"/>
            <a:ext cx="9144000" cy="5048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2400" b="1" kern="1200">
                <a:solidFill>
                  <a:srgbClr val="822433"/>
                </a:solidFill>
                <a:latin typeface="+mj-lt"/>
                <a:ea typeface="+mj-ea"/>
                <a:cs typeface="+mj-cs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822433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822433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822433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822433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822433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822433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822433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822433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algn="ctr" eaLnBrk="1" hangingPunct="1"/>
            <a:r>
              <a:rPr lang="it-IT" altLang="it-IT" dirty="0"/>
              <a:t>Libreria SCAPI</a:t>
            </a:r>
          </a:p>
        </p:txBody>
      </p:sp>
      <p:sp>
        <p:nvSpPr>
          <p:cNvPr id="3" name="CasellaDiTesto 2">
            <a:extLst>
              <a:ext uri="{FF2B5EF4-FFF2-40B4-BE49-F238E27FC236}">
                <a16:creationId xmlns:a16="http://schemas.microsoft.com/office/drawing/2014/main" id="{54C057D5-E8CC-823A-9CDC-838804699778}"/>
              </a:ext>
            </a:extLst>
          </p:cNvPr>
          <p:cNvSpPr txBox="1"/>
          <p:nvPr/>
        </p:nvSpPr>
        <p:spPr bwMode="auto">
          <a:xfrm>
            <a:off x="567912" y="1912033"/>
            <a:ext cx="1978427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0" indent="0" algn="ctr">
              <a:buNone/>
            </a:pPr>
            <a:r>
              <a:rPr lang="it-IT" sz="2000" b="1" dirty="0"/>
              <a:t>Caratteristiche</a:t>
            </a:r>
            <a:endParaRPr lang="en-US" sz="2000" b="1" dirty="0"/>
          </a:p>
        </p:txBody>
      </p:sp>
      <p:sp>
        <p:nvSpPr>
          <p:cNvPr id="5" name="CasellaDiTesto 4">
            <a:extLst>
              <a:ext uri="{FF2B5EF4-FFF2-40B4-BE49-F238E27FC236}">
                <a16:creationId xmlns:a16="http://schemas.microsoft.com/office/drawing/2014/main" id="{EEC60BE6-1B6F-0756-E811-694D544F6D2D}"/>
              </a:ext>
            </a:extLst>
          </p:cNvPr>
          <p:cNvSpPr txBox="1"/>
          <p:nvPr/>
        </p:nvSpPr>
        <p:spPr bwMode="auto">
          <a:xfrm>
            <a:off x="567912" y="3053509"/>
            <a:ext cx="1636987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0" indent="0" algn="ctr">
              <a:buNone/>
            </a:pPr>
            <a:r>
              <a:rPr lang="en-US" sz="2000" b="1" dirty="0" err="1"/>
              <a:t>Architettura</a:t>
            </a:r>
            <a:endParaRPr lang="en-US" sz="2000" b="1" dirty="0"/>
          </a:p>
        </p:txBody>
      </p:sp>
      <p:sp>
        <p:nvSpPr>
          <p:cNvPr id="8" name="CasellaDiTesto 7">
            <a:extLst>
              <a:ext uri="{FF2B5EF4-FFF2-40B4-BE49-F238E27FC236}">
                <a16:creationId xmlns:a16="http://schemas.microsoft.com/office/drawing/2014/main" id="{45C3D3F4-F314-4763-93B7-6E0FEE11D851}"/>
              </a:ext>
            </a:extLst>
          </p:cNvPr>
          <p:cNvSpPr txBox="1"/>
          <p:nvPr/>
        </p:nvSpPr>
        <p:spPr bwMode="auto">
          <a:xfrm>
            <a:off x="567912" y="4224413"/>
            <a:ext cx="4572000" cy="132343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r>
              <a:rPr lang="en-US" sz="4000" b="1" dirty="0" err="1"/>
              <a:t>Utilizzo</a:t>
            </a:r>
            <a:r>
              <a:rPr lang="en-US" sz="4000" b="1" dirty="0"/>
              <a:t> </a:t>
            </a:r>
            <a:r>
              <a:rPr lang="en-US" sz="4000" b="1" dirty="0" err="1"/>
              <a:t>nel</a:t>
            </a:r>
            <a:r>
              <a:rPr lang="en-US" sz="4000" b="1" dirty="0"/>
              <a:t> </a:t>
            </a:r>
            <a:r>
              <a:rPr lang="en-US" sz="4000" b="1" dirty="0" err="1"/>
              <a:t>progetto</a:t>
            </a:r>
            <a:endParaRPr lang="en-US" sz="4000" b="1" dirty="0"/>
          </a:p>
        </p:txBody>
      </p:sp>
      <p:pic>
        <p:nvPicPr>
          <p:cNvPr id="7" name="Immagine 6" descr="Immagine che contiene testo, schermata, diagramma, Carattere&#10;&#10;Descrizione generata automaticamente">
            <a:extLst>
              <a:ext uri="{FF2B5EF4-FFF2-40B4-BE49-F238E27FC236}">
                <a16:creationId xmlns:a16="http://schemas.microsoft.com/office/drawing/2014/main" id="{6A23F51D-F03A-D064-5F0B-A0C239A4137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399724" y="2412668"/>
            <a:ext cx="4848263" cy="2081901"/>
          </a:xfrm>
          <a:prstGeom prst="rect">
            <a:avLst/>
          </a:prstGeom>
        </p:spPr>
      </p:pic>
      <p:sp>
        <p:nvSpPr>
          <p:cNvPr id="10" name="CasellaDiTesto 9">
            <a:extLst>
              <a:ext uri="{FF2B5EF4-FFF2-40B4-BE49-F238E27FC236}">
                <a16:creationId xmlns:a16="http://schemas.microsoft.com/office/drawing/2014/main" id="{A193D7F6-67E0-FA53-D7F9-5CCFB40D1F51}"/>
              </a:ext>
            </a:extLst>
          </p:cNvPr>
          <p:cNvSpPr txBox="1"/>
          <p:nvPr/>
        </p:nvSpPr>
        <p:spPr bwMode="auto">
          <a:xfrm>
            <a:off x="4872189" y="4532189"/>
            <a:ext cx="3703899" cy="70788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0" indent="0" algn="ctr">
              <a:buNone/>
            </a:pPr>
            <a:r>
              <a:rPr lang="it-IT" sz="2000" dirty="0">
                <a:solidFill>
                  <a:srgbClr val="000000"/>
                </a:solidFill>
              </a:rPr>
              <a:t>Utilizzo delle interfacce astratte ZK fornite dal terzo </a:t>
            </a:r>
            <a:r>
              <a:rPr lang="it-IT" sz="2000" dirty="0" err="1">
                <a:solidFill>
                  <a:srgbClr val="000000"/>
                </a:solidFill>
              </a:rPr>
              <a:t>layer</a:t>
            </a:r>
            <a:r>
              <a:rPr lang="it-IT" sz="2000" dirty="0">
                <a:solidFill>
                  <a:srgbClr val="000000"/>
                </a:solidFill>
              </a:rPr>
              <a:t>.</a:t>
            </a:r>
            <a:endParaRPr lang="en-US" sz="2000" dirty="0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893839794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spd="med">
        <p159:morph option="byObject"/>
      </p:transition>
    </mc:Choice>
    <mc:Fallback>
      <p:transition spd="med">
        <p:fade/>
      </p:transition>
    </mc:Fallback>
  </mc:AlternateContent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Segnaposto piè di pagina 4">
            <a:extLst>
              <a:ext uri="{FF2B5EF4-FFF2-40B4-BE49-F238E27FC236}">
                <a16:creationId xmlns:a16="http://schemas.microsoft.com/office/drawing/2014/main" id="{713867C7-99F0-42C1-BDF1-1330231C60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295400" y="6219825"/>
            <a:ext cx="2895600" cy="457200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rgbClr val="822433"/>
              </a:buClr>
              <a:buChar char="•"/>
              <a:defRPr sz="24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16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14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12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r>
              <a:rPr lang="it-IT" altLang="it-IT" sz="1100" dirty="0" err="1">
                <a:solidFill>
                  <a:schemeClr val="bg1"/>
                </a:solidFill>
              </a:rPr>
              <a:t>Integrating</a:t>
            </a:r>
            <a:r>
              <a:rPr lang="it-IT" altLang="it-IT" sz="1100" dirty="0">
                <a:solidFill>
                  <a:schemeClr val="bg1"/>
                </a:solidFill>
              </a:rPr>
              <a:t> Zero-Knowledge in SCAPI</a:t>
            </a:r>
          </a:p>
        </p:txBody>
      </p:sp>
      <p:sp>
        <p:nvSpPr>
          <p:cNvPr id="6" name="Segnaposto data 3">
            <a:extLst>
              <a:ext uri="{FF2B5EF4-FFF2-40B4-BE49-F238E27FC236}">
                <a16:creationId xmlns:a16="http://schemas.microsoft.com/office/drawing/2014/main" id="{55BEB4CF-D7F4-07C6-F774-7F44CFB6B3E3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343400" y="6146800"/>
            <a:ext cx="1905000" cy="457200"/>
          </a:xfrm>
        </p:spPr>
        <p:txBody>
          <a:bodyPr/>
          <a:lstStyle/>
          <a:p>
            <a:r>
              <a:rPr lang="it-IT" altLang="it-IT" dirty="0">
                <a:solidFill>
                  <a:schemeClr val="bg1"/>
                </a:solidFill>
              </a:rPr>
              <a:t>11/12/2023</a:t>
            </a:r>
          </a:p>
          <a:p>
            <a:endParaRPr lang="it-IT" altLang="it-IT" dirty="0"/>
          </a:p>
        </p:txBody>
      </p:sp>
      <p:sp>
        <p:nvSpPr>
          <p:cNvPr id="21" name="Rettangolo 20">
            <a:extLst>
              <a:ext uri="{FF2B5EF4-FFF2-40B4-BE49-F238E27FC236}">
                <a16:creationId xmlns:a16="http://schemas.microsoft.com/office/drawing/2014/main" id="{D0BA5FCB-10D6-0CD3-0772-A1B020E3967E}"/>
              </a:ext>
            </a:extLst>
          </p:cNvPr>
          <p:cNvSpPr/>
          <p:nvPr/>
        </p:nvSpPr>
        <p:spPr bwMode="auto">
          <a:xfrm>
            <a:off x="0" y="620688"/>
            <a:ext cx="3960440" cy="246224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it-IT" sz="900" b="0" i="0" u="none" strike="noStrike" cap="none" normalizeH="0" baseline="0">
              <a:ln>
                <a:noFill/>
              </a:ln>
              <a:solidFill>
                <a:schemeClr val="bg1"/>
              </a:solidFill>
              <a:effectLst/>
              <a:latin typeface="Arial" panose="020B0604020202020204" pitchFamily="34" charset="0"/>
              <a:ea typeface="ＭＳ Ｐゴシック" panose="020B0600070205080204" pitchFamily="34" charset="-128"/>
            </a:endParaRPr>
          </a:p>
        </p:txBody>
      </p:sp>
      <p:sp>
        <p:nvSpPr>
          <p:cNvPr id="2" name="Segnaposto numero diapositiva 5">
            <a:extLst>
              <a:ext uri="{FF2B5EF4-FFF2-40B4-BE49-F238E27FC236}">
                <a16:creationId xmlns:a16="http://schemas.microsoft.com/office/drawing/2014/main" id="{23CDD47C-4CEB-8639-F2E7-D6D2F85D31A7}"/>
              </a:ext>
            </a:extLst>
          </p:cNvPr>
          <p:cNvSpPr txBox="1">
            <a:spLocks/>
          </p:cNvSpPr>
          <p:nvPr/>
        </p:nvSpPr>
        <p:spPr bwMode="auto">
          <a:xfrm>
            <a:off x="6548472" y="6146800"/>
            <a:ext cx="19050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defPPr>
              <a:defRPr lang="it-IT"/>
            </a:defPPr>
            <a:lvl1pPr algn="r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22433"/>
              </a:buClr>
              <a:buChar char="•"/>
              <a:defRPr sz="2400" kern="12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 kern="12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1600" kern="12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1400" kern="12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 kern="12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defRPr>
            </a:lvl5pPr>
            <a:lvl6pPr marL="2514600" indent="-228600" algn="l" defTabSz="914400" rtl="0" eaLnBrk="0" fontAlgn="base" latinLnBrk="0" hangingPunct="0">
              <a:spcBef>
                <a:spcPct val="20000"/>
              </a:spcBef>
              <a:spcAft>
                <a:spcPct val="0"/>
              </a:spcAft>
              <a:buChar char="»"/>
              <a:defRPr sz="1200" kern="12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defRPr>
            </a:lvl6pPr>
            <a:lvl7pPr marL="2971800" indent="-228600" algn="l" defTabSz="914400" rtl="0" eaLnBrk="0" fontAlgn="base" latinLnBrk="0" hangingPunct="0">
              <a:spcBef>
                <a:spcPct val="20000"/>
              </a:spcBef>
              <a:spcAft>
                <a:spcPct val="0"/>
              </a:spcAft>
              <a:buChar char="»"/>
              <a:defRPr sz="1200" kern="12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defRPr>
            </a:lvl7pPr>
            <a:lvl8pPr marL="3429000" indent="-228600" algn="l" defTabSz="914400" rtl="0" eaLnBrk="0" fontAlgn="base" latinLnBrk="0" hangingPunct="0">
              <a:spcBef>
                <a:spcPct val="20000"/>
              </a:spcBef>
              <a:spcAft>
                <a:spcPct val="0"/>
              </a:spcAft>
              <a:buChar char="»"/>
              <a:defRPr sz="1200" kern="12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defRPr>
            </a:lvl8pPr>
            <a:lvl9pPr marL="3886200" indent="-228600" algn="l" defTabSz="914400" rtl="0" eaLnBrk="0" fontAlgn="base" latinLnBrk="0" hangingPunct="0">
              <a:spcBef>
                <a:spcPct val="20000"/>
              </a:spcBef>
              <a:spcAft>
                <a:spcPct val="0"/>
              </a:spcAft>
              <a:buChar char="»"/>
              <a:defRPr sz="1200" kern="12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r>
              <a:rPr lang="it-IT" altLang="it-IT" sz="1100" dirty="0">
                <a:solidFill>
                  <a:schemeClr val="bg1"/>
                </a:solidFill>
              </a:rPr>
              <a:t>Pagina 8</a:t>
            </a:r>
          </a:p>
        </p:txBody>
      </p:sp>
      <p:sp>
        <p:nvSpPr>
          <p:cNvPr id="4" name="Rectangle 2">
            <a:extLst>
              <a:ext uri="{FF2B5EF4-FFF2-40B4-BE49-F238E27FC236}">
                <a16:creationId xmlns:a16="http://schemas.microsoft.com/office/drawing/2014/main" id="{08C22CE2-C3D6-2049-0DF7-E203F0E1DD6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0" y="2830523"/>
            <a:ext cx="9144000" cy="5048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2400" b="1" kern="1200">
                <a:solidFill>
                  <a:srgbClr val="822433"/>
                </a:solidFill>
                <a:latin typeface="+mj-lt"/>
                <a:ea typeface="+mj-ea"/>
                <a:cs typeface="+mj-cs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822433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822433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822433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822433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822433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822433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822433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822433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algn="ctr" eaLnBrk="1" hangingPunct="1"/>
            <a:r>
              <a:rPr lang="it-IT" altLang="it-IT" dirty="0" err="1"/>
              <a:t>Decisional</a:t>
            </a:r>
            <a:r>
              <a:rPr lang="it-IT" altLang="it-IT" dirty="0"/>
              <a:t> Diffie-Hellman </a:t>
            </a:r>
            <a:r>
              <a:rPr lang="it-IT" altLang="it-IT" dirty="0" err="1"/>
              <a:t>assumption</a:t>
            </a:r>
            <a:endParaRPr lang="it-IT" altLang="it-IT" dirty="0"/>
          </a:p>
          <a:p>
            <a:pPr algn="ctr" eaLnBrk="1" hangingPunct="1"/>
            <a:endParaRPr lang="it-IT" altLang="it-IT" dirty="0"/>
          </a:p>
        </p:txBody>
      </p:sp>
    </p:spTree>
    <p:extLst>
      <p:ext uri="{BB962C8B-B14F-4D97-AF65-F5344CB8AC3E}">
        <p14:creationId xmlns:p14="http://schemas.microsoft.com/office/powerpoint/2010/main" val="1546947693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spd="med">
        <p159:morph option="byObject"/>
      </p:transition>
    </mc:Choice>
    <mc:Fallback>
      <p:transition spd="med">
        <p:fade/>
      </p:transition>
    </mc:Fallback>
  </mc:AlternateContent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Segnaposto piè di pagina 4">
            <a:extLst>
              <a:ext uri="{FF2B5EF4-FFF2-40B4-BE49-F238E27FC236}">
                <a16:creationId xmlns:a16="http://schemas.microsoft.com/office/drawing/2014/main" id="{713867C7-99F0-42C1-BDF1-1330231C60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295400" y="6219825"/>
            <a:ext cx="2895600" cy="457200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rgbClr val="822433"/>
              </a:buClr>
              <a:buChar char="•"/>
              <a:defRPr sz="24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16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14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12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r>
              <a:rPr lang="it-IT" altLang="it-IT" sz="1100" dirty="0" err="1">
                <a:solidFill>
                  <a:schemeClr val="bg1"/>
                </a:solidFill>
              </a:rPr>
              <a:t>Integrating</a:t>
            </a:r>
            <a:r>
              <a:rPr lang="it-IT" altLang="it-IT" sz="1100" dirty="0">
                <a:solidFill>
                  <a:schemeClr val="bg1"/>
                </a:solidFill>
              </a:rPr>
              <a:t> Zero-Knowledge in SCAPI</a:t>
            </a:r>
          </a:p>
        </p:txBody>
      </p:sp>
      <p:sp>
        <p:nvSpPr>
          <p:cNvPr id="6" name="Segnaposto data 3">
            <a:extLst>
              <a:ext uri="{FF2B5EF4-FFF2-40B4-BE49-F238E27FC236}">
                <a16:creationId xmlns:a16="http://schemas.microsoft.com/office/drawing/2014/main" id="{55BEB4CF-D7F4-07C6-F774-7F44CFB6B3E3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343400" y="6146800"/>
            <a:ext cx="1905000" cy="457200"/>
          </a:xfrm>
        </p:spPr>
        <p:txBody>
          <a:bodyPr/>
          <a:lstStyle/>
          <a:p>
            <a:r>
              <a:rPr lang="it-IT" altLang="it-IT" dirty="0">
                <a:solidFill>
                  <a:schemeClr val="bg1"/>
                </a:solidFill>
              </a:rPr>
              <a:t>11/12/2023</a:t>
            </a:r>
          </a:p>
          <a:p>
            <a:endParaRPr lang="it-IT" altLang="it-IT" dirty="0"/>
          </a:p>
        </p:txBody>
      </p:sp>
      <p:sp>
        <p:nvSpPr>
          <p:cNvPr id="21" name="Rettangolo 20">
            <a:extLst>
              <a:ext uri="{FF2B5EF4-FFF2-40B4-BE49-F238E27FC236}">
                <a16:creationId xmlns:a16="http://schemas.microsoft.com/office/drawing/2014/main" id="{D0BA5FCB-10D6-0CD3-0772-A1B020E3967E}"/>
              </a:ext>
            </a:extLst>
          </p:cNvPr>
          <p:cNvSpPr/>
          <p:nvPr/>
        </p:nvSpPr>
        <p:spPr bwMode="auto">
          <a:xfrm>
            <a:off x="0" y="620688"/>
            <a:ext cx="3960440" cy="246224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it-IT" sz="900" b="0" i="0" u="none" strike="noStrike" cap="none" normalizeH="0" baseline="0">
              <a:ln>
                <a:noFill/>
              </a:ln>
              <a:solidFill>
                <a:schemeClr val="bg1"/>
              </a:solidFill>
              <a:effectLst/>
              <a:latin typeface="Arial" panose="020B0604020202020204" pitchFamily="34" charset="0"/>
              <a:ea typeface="ＭＳ Ｐゴシック" panose="020B0600070205080204" pitchFamily="34" charset="-128"/>
            </a:endParaRPr>
          </a:p>
        </p:txBody>
      </p:sp>
      <p:sp>
        <p:nvSpPr>
          <p:cNvPr id="2" name="Segnaposto numero diapositiva 5">
            <a:extLst>
              <a:ext uri="{FF2B5EF4-FFF2-40B4-BE49-F238E27FC236}">
                <a16:creationId xmlns:a16="http://schemas.microsoft.com/office/drawing/2014/main" id="{23CDD47C-4CEB-8639-F2E7-D6D2F85D31A7}"/>
              </a:ext>
            </a:extLst>
          </p:cNvPr>
          <p:cNvSpPr txBox="1">
            <a:spLocks/>
          </p:cNvSpPr>
          <p:nvPr/>
        </p:nvSpPr>
        <p:spPr bwMode="auto">
          <a:xfrm>
            <a:off x="6548472" y="6146800"/>
            <a:ext cx="19050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defPPr>
              <a:defRPr lang="it-IT"/>
            </a:defPPr>
            <a:lvl1pPr algn="r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22433"/>
              </a:buClr>
              <a:buChar char="•"/>
              <a:defRPr sz="2400" kern="12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 kern="12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1600" kern="12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1400" kern="12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 kern="12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defRPr>
            </a:lvl5pPr>
            <a:lvl6pPr marL="2514600" indent="-228600" algn="l" defTabSz="914400" rtl="0" eaLnBrk="0" fontAlgn="base" latinLnBrk="0" hangingPunct="0">
              <a:spcBef>
                <a:spcPct val="20000"/>
              </a:spcBef>
              <a:spcAft>
                <a:spcPct val="0"/>
              </a:spcAft>
              <a:buChar char="»"/>
              <a:defRPr sz="1200" kern="12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defRPr>
            </a:lvl6pPr>
            <a:lvl7pPr marL="2971800" indent="-228600" algn="l" defTabSz="914400" rtl="0" eaLnBrk="0" fontAlgn="base" latinLnBrk="0" hangingPunct="0">
              <a:spcBef>
                <a:spcPct val="20000"/>
              </a:spcBef>
              <a:spcAft>
                <a:spcPct val="0"/>
              </a:spcAft>
              <a:buChar char="»"/>
              <a:defRPr sz="1200" kern="12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defRPr>
            </a:lvl7pPr>
            <a:lvl8pPr marL="3429000" indent="-228600" algn="l" defTabSz="914400" rtl="0" eaLnBrk="0" fontAlgn="base" latinLnBrk="0" hangingPunct="0">
              <a:spcBef>
                <a:spcPct val="20000"/>
              </a:spcBef>
              <a:spcAft>
                <a:spcPct val="0"/>
              </a:spcAft>
              <a:buChar char="»"/>
              <a:defRPr sz="1200" kern="12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defRPr>
            </a:lvl8pPr>
            <a:lvl9pPr marL="3886200" indent="-228600" algn="l" defTabSz="914400" rtl="0" eaLnBrk="0" fontAlgn="base" latinLnBrk="0" hangingPunct="0">
              <a:spcBef>
                <a:spcPct val="20000"/>
              </a:spcBef>
              <a:spcAft>
                <a:spcPct val="0"/>
              </a:spcAft>
              <a:buChar char="»"/>
              <a:defRPr sz="1200" kern="12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r>
              <a:rPr lang="it-IT" altLang="it-IT" sz="1100" dirty="0">
                <a:solidFill>
                  <a:schemeClr val="bg1"/>
                </a:solidFill>
              </a:rPr>
              <a:t>Pagina 8</a:t>
            </a:r>
          </a:p>
        </p:txBody>
      </p:sp>
      <p:sp>
        <p:nvSpPr>
          <p:cNvPr id="4" name="Rectangle 2">
            <a:extLst>
              <a:ext uri="{FF2B5EF4-FFF2-40B4-BE49-F238E27FC236}">
                <a16:creationId xmlns:a16="http://schemas.microsoft.com/office/drawing/2014/main" id="{08C22CE2-C3D6-2049-0DF7-E203F0E1DD6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0" y="368275"/>
            <a:ext cx="9144000" cy="5048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2400" b="1" kern="1200">
                <a:solidFill>
                  <a:srgbClr val="822433"/>
                </a:solidFill>
                <a:latin typeface="+mj-lt"/>
                <a:ea typeface="+mj-ea"/>
                <a:cs typeface="+mj-cs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822433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822433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822433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822433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822433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822433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822433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822433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algn="ctr" eaLnBrk="1" hangingPunct="1"/>
            <a:r>
              <a:rPr lang="it-IT" altLang="it-IT" dirty="0" err="1"/>
              <a:t>Decisional</a:t>
            </a:r>
            <a:r>
              <a:rPr lang="it-IT" altLang="it-IT" dirty="0"/>
              <a:t> Diffie-Hellman </a:t>
            </a:r>
            <a:r>
              <a:rPr lang="it-IT" altLang="it-IT" dirty="0" err="1"/>
              <a:t>assumption</a:t>
            </a:r>
            <a:endParaRPr lang="it-IT" altLang="it-IT" dirty="0"/>
          </a:p>
          <a:p>
            <a:pPr algn="ctr" eaLnBrk="1" hangingPunct="1"/>
            <a:endParaRPr lang="it-IT" altLang="it-IT" dirty="0"/>
          </a:p>
        </p:txBody>
      </p:sp>
      <p:sp>
        <p:nvSpPr>
          <p:cNvPr id="5" name="CasellaDiTesto 4">
            <a:extLst>
              <a:ext uri="{FF2B5EF4-FFF2-40B4-BE49-F238E27FC236}">
                <a16:creationId xmlns:a16="http://schemas.microsoft.com/office/drawing/2014/main" id="{9DB658A4-EA36-60FE-1056-DFA359AAB3FF}"/>
              </a:ext>
            </a:extLst>
          </p:cNvPr>
          <p:cNvSpPr txBox="1"/>
          <p:nvPr/>
        </p:nvSpPr>
        <p:spPr bwMode="auto">
          <a:xfrm>
            <a:off x="1064871" y="1666754"/>
            <a:ext cx="7280476" cy="70788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342900" indent="-3429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22433"/>
              </a:buClr>
              <a:buFont typeface="Wingdings" panose="05000000000000000000" pitchFamily="2" charset="2"/>
              <a:buChar char="Ø"/>
            </a:pPr>
            <a:r>
              <a:rPr lang="it-IT" sz="2000" dirty="0">
                <a:solidFill>
                  <a:srgbClr val="000000"/>
                </a:solidFill>
              </a:rPr>
              <a:t>Basato sui gruppi ciclici e sul problema del logaritmo discreto.</a:t>
            </a:r>
            <a:endParaRPr lang="en-US" sz="2000" dirty="0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356488315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spd="med">
        <p159:morph option="byObject"/>
      </p:transition>
    </mc:Choice>
    <mc:Fallback>
      <p:transition spd="med">
        <p:fade/>
      </p:transition>
    </mc:Fallback>
  </mc:AlternateContent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Segnaposto piè di pagina 4">
            <a:extLst>
              <a:ext uri="{FF2B5EF4-FFF2-40B4-BE49-F238E27FC236}">
                <a16:creationId xmlns:a16="http://schemas.microsoft.com/office/drawing/2014/main" id="{713867C7-99F0-42C1-BDF1-1330231C60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295400" y="6219825"/>
            <a:ext cx="2895600" cy="457200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rgbClr val="822433"/>
              </a:buClr>
              <a:buChar char="•"/>
              <a:defRPr sz="24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16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14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12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r>
              <a:rPr lang="it-IT" altLang="it-IT" sz="1100" dirty="0" err="1">
                <a:solidFill>
                  <a:schemeClr val="bg1"/>
                </a:solidFill>
              </a:rPr>
              <a:t>Integrating</a:t>
            </a:r>
            <a:r>
              <a:rPr lang="it-IT" altLang="it-IT" sz="1100" dirty="0">
                <a:solidFill>
                  <a:schemeClr val="bg1"/>
                </a:solidFill>
              </a:rPr>
              <a:t> Zero-Knowledge in SCAPI</a:t>
            </a:r>
          </a:p>
        </p:txBody>
      </p:sp>
      <p:sp>
        <p:nvSpPr>
          <p:cNvPr id="6" name="Segnaposto data 3">
            <a:extLst>
              <a:ext uri="{FF2B5EF4-FFF2-40B4-BE49-F238E27FC236}">
                <a16:creationId xmlns:a16="http://schemas.microsoft.com/office/drawing/2014/main" id="{55BEB4CF-D7F4-07C6-F774-7F44CFB6B3E3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343400" y="6146800"/>
            <a:ext cx="1905000" cy="457200"/>
          </a:xfrm>
        </p:spPr>
        <p:txBody>
          <a:bodyPr/>
          <a:lstStyle/>
          <a:p>
            <a:r>
              <a:rPr lang="it-IT" altLang="it-IT" dirty="0">
                <a:solidFill>
                  <a:schemeClr val="bg1"/>
                </a:solidFill>
              </a:rPr>
              <a:t>11/12/2023</a:t>
            </a:r>
          </a:p>
          <a:p>
            <a:endParaRPr lang="it-IT" altLang="it-IT" dirty="0"/>
          </a:p>
        </p:txBody>
      </p:sp>
      <p:sp>
        <p:nvSpPr>
          <p:cNvPr id="21" name="Rettangolo 20">
            <a:extLst>
              <a:ext uri="{FF2B5EF4-FFF2-40B4-BE49-F238E27FC236}">
                <a16:creationId xmlns:a16="http://schemas.microsoft.com/office/drawing/2014/main" id="{D0BA5FCB-10D6-0CD3-0772-A1B020E3967E}"/>
              </a:ext>
            </a:extLst>
          </p:cNvPr>
          <p:cNvSpPr/>
          <p:nvPr/>
        </p:nvSpPr>
        <p:spPr bwMode="auto">
          <a:xfrm>
            <a:off x="0" y="620688"/>
            <a:ext cx="3960440" cy="246224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it-IT" sz="900" b="0" i="0" u="none" strike="noStrike" cap="none" normalizeH="0" baseline="0">
              <a:ln>
                <a:noFill/>
              </a:ln>
              <a:solidFill>
                <a:schemeClr val="bg1"/>
              </a:solidFill>
              <a:effectLst/>
              <a:latin typeface="Arial" panose="020B0604020202020204" pitchFamily="34" charset="0"/>
              <a:ea typeface="ＭＳ Ｐゴシック" panose="020B0600070205080204" pitchFamily="34" charset="-128"/>
            </a:endParaRPr>
          </a:p>
        </p:txBody>
      </p:sp>
      <p:sp>
        <p:nvSpPr>
          <p:cNvPr id="2" name="Segnaposto numero diapositiva 5">
            <a:extLst>
              <a:ext uri="{FF2B5EF4-FFF2-40B4-BE49-F238E27FC236}">
                <a16:creationId xmlns:a16="http://schemas.microsoft.com/office/drawing/2014/main" id="{23CDD47C-4CEB-8639-F2E7-D6D2F85D31A7}"/>
              </a:ext>
            </a:extLst>
          </p:cNvPr>
          <p:cNvSpPr txBox="1">
            <a:spLocks/>
          </p:cNvSpPr>
          <p:nvPr/>
        </p:nvSpPr>
        <p:spPr bwMode="auto">
          <a:xfrm>
            <a:off x="6548472" y="6146800"/>
            <a:ext cx="19050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defPPr>
              <a:defRPr lang="it-IT"/>
            </a:defPPr>
            <a:lvl1pPr algn="r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22433"/>
              </a:buClr>
              <a:buChar char="•"/>
              <a:defRPr sz="2400" kern="12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 kern="12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1600" kern="12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1400" kern="12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 kern="12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defRPr>
            </a:lvl5pPr>
            <a:lvl6pPr marL="2514600" indent="-228600" algn="l" defTabSz="914400" rtl="0" eaLnBrk="0" fontAlgn="base" latinLnBrk="0" hangingPunct="0">
              <a:spcBef>
                <a:spcPct val="20000"/>
              </a:spcBef>
              <a:spcAft>
                <a:spcPct val="0"/>
              </a:spcAft>
              <a:buChar char="»"/>
              <a:defRPr sz="1200" kern="12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defRPr>
            </a:lvl6pPr>
            <a:lvl7pPr marL="2971800" indent="-228600" algn="l" defTabSz="914400" rtl="0" eaLnBrk="0" fontAlgn="base" latinLnBrk="0" hangingPunct="0">
              <a:spcBef>
                <a:spcPct val="20000"/>
              </a:spcBef>
              <a:spcAft>
                <a:spcPct val="0"/>
              </a:spcAft>
              <a:buChar char="»"/>
              <a:defRPr sz="1200" kern="12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defRPr>
            </a:lvl7pPr>
            <a:lvl8pPr marL="3429000" indent="-228600" algn="l" defTabSz="914400" rtl="0" eaLnBrk="0" fontAlgn="base" latinLnBrk="0" hangingPunct="0">
              <a:spcBef>
                <a:spcPct val="20000"/>
              </a:spcBef>
              <a:spcAft>
                <a:spcPct val="0"/>
              </a:spcAft>
              <a:buChar char="»"/>
              <a:defRPr sz="1200" kern="12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defRPr>
            </a:lvl8pPr>
            <a:lvl9pPr marL="3886200" indent="-228600" algn="l" defTabSz="914400" rtl="0" eaLnBrk="0" fontAlgn="base" latinLnBrk="0" hangingPunct="0">
              <a:spcBef>
                <a:spcPct val="20000"/>
              </a:spcBef>
              <a:spcAft>
                <a:spcPct val="0"/>
              </a:spcAft>
              <a:buChar char="»"/>
              <a:defRPr sz="1200" kern="12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r>
              <a:rPr lang="it-IT" altLang="it-IT" sz="1100" dirty="0">
                <a:solidFill>
                  <a:schemeClr val="bg1"/>
                </a:solidFill>
              </a:rPr>
              <a:t>Pagina 8</a:t>
            </a:r>
          </a:p>
        </p:txBody>
      </p:sp>
      <p:sp>
        <p:nvSpPr>
          <p:cNvPr id="4" name="Rectangle 2">
            <a:extLst>
              <a:ext uri="{FF2B5EF4-FFF2-40B4-BE49-F238E27FC236}">
                <a16:creationId xmlns:a16="http://schemas.microsoft.com/office/drawing/2014/main" id="{08C22CE2-C3D6-2049-0DF7-E203F0E1DD6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0" y="368275"/>
            <a:ext cx="9144000" cy="5048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2400" b="1" kern="1200">
                <a:solidFill>
                  <a:srgbClr val="822433"/>
                </a:solidFill>
                <a:latin typeface="+mj-lt"/>
                <a:ea typeface="+mj-ea"/>
                <a:cs typeface="+mj-cs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822433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822433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822433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822433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822433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822433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822433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822433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algn="ctr" eaLnBrk="1" hangingPunct="1"/>
            <a:r>
              <a:rPr lang="it-IT" altLang="it-IT" dirty="0" err="1"/>
              <a:t>Decisional</a:t>
            </a:r>
            <a:r>
              <a:rPr lang="it-IT" altLang="it-IT" dirty="0"/>
              <a:t> Diffie-Hellman </a:t>
            </a:r>
            <a:r>
              <a:rPr lang="it-IT" altLang="it-IT" dirty="0" err="1"/>
              <a:t>assumption</a:t>
            </a:r>
            <a:endParaRPr lang="it-IT" altLang="it-IT" dirty="0"/>
          </a:p>
          <a:p>
            <a:pPr algn="ctr" eaLnBrk="1" hangingPunct="1"/>
            <a:endParaRPr lang="it-IT" altLang="it-IT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CasellaDiTesto 4">
                <a:extLst>
                  <a:ext uri="{FF2B5EF4-FFF2-40B4-BE49-F238E27FC236}">
                    <a16:creationId xmlns:a16="http://schemas.microsoft.com/office/drawing/2014/main" id="{9DB658A4-EA36-60FE-1056-DFA359AAB3FF}"/>
                  </a:ext>
                </a:extLst>
              </p:cNvPr>
              <p:cNvSpPr txBox="1"/>
              <p:nvPr/>
            </p:nvSpPr>
            <p:spPr bwMode="auto">
              <a:xfrm>
                <a:off x="1064871" y="1666754"/>
                <a:ext cx="7280476" cy="142462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rtlCol="0" anchor="t" anchorCtr="0" compatLnSpc="1">
                <a:prstTxWarp prst="textNoShape">
                  <a:avLst/>
                </a:prstTxWarp>
                <a:spAutoFit/>
              </a:bodyPr>
              <a:lstStyle/>
              <a:p>
                <a:pPr marL="342900" indent="-3429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822433"/>
                  </a:buClr>
                  <a:buFont typeface="Wingdings" panose="05000000000000000000" pitchFamily="2" charset="2"/>
                  <a:buChar char="Ø"/>
                </a:pPr>
                <a:r>
                  <a:rPr lang="it-IT" sz="2000" dirty="0">
                    <a:solidFill>
                      <a:srgbClr val="000000"/>
                    </a:solidFill>
                  </a:rPr>
                  <a:t>Basato sui gruppi ciclici e sul problema del logaritmo discreto.</a:t>
                </a:r>
              </a:p>
              <a:p>
                <a:pPr marL="342900" indent="-3429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822433"/>
                  </a:buClr>
                  <a:buFont typeface="Wingdings" panose="05000000000000000000" pitchFamily="2" charset="2"/>
                  <a:buChar char="Ø"/>
                </a:pPr>
                <a:r>
                  <a:rPr lang="it-IT" sz="2000" dirty="0">
                    <a:solidFill>
                      <a:srgbClr val="000000"/>
                    </a:solidFill>
                  </a:rPr>
                  <a:t>E’ </a:t>
                </a:r>
                <a:r>
                  <a:rPr lang="it-IT" sz="2000" dirty="0" err="1">
                    <a:solidFill>
                      <a:srgbClr val="000000"/>
                    </a:solidFill>
                  </a:rPr>
                  <a:t>computazionalmente</a:t>
                </a:r>
                <a:r>
                  <a:rPr lang="it-IT" sz="2000" dirty="0">
                    <a:solidFill>
                      <a:srgbClr val="000000"/>
                    </a:solidFill>
                  </a:rPr>
                  <a:t> difficile distinguere, dati solamente </a:t>
                </a:r>
                <a14:m>
                  <m:oMath xmlns:m="http://schemas.openxmlformats.org/officeDocument/2006/math">
                    <m:r>
                      <a:rPr lang="it-IT" sz="2000" i="1" dirty="0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𝑔</m:t>
                    </m:r>
                  </m:oMath>
                </a14:m>
                <a:r>
                  <a:rPr lang="it-IT" sz="2000" dirty="0">
                    <a:solidFill>
                      <a:srgbClr val="000000"/>
                    </a:solidFill>
                  </a:rPr>
                  <a:t>,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it-IT" sz="2000" i="1" dirty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it-IT" sz="2000" i="1" dirty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𝑔</m:t>
                        </m:r>
                      </m:e>
                      <m:sup>
                        <m:r>
                          <a:rPr lang="it-IT" sz="2000" i="1" dirty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sup>
                    </m:sSup>
                  </m:oMath>
                </a14:m>
                <a:r>
                  <a:rPr lang="it-IT" sz="2000" dirty="0">
                    <a:solidFill>
                      <a:srgbClr val="000000"/>
                    </a:solidFill>
                  </a:rPr>
                  <a:t>, e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it-IT" sz="2000" i="1" dirty="0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it-IT" sz="2000" b="0" i="1" dirty="0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𝑔</m:t>
                        </m:r>
                      </m:e>
                      <m:sup>
                        <m:r>
                          <a:rPr lang="it-IT" sz="2000" b="0" i="1" dirty="0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sup>
                    </m:sSup>
                  </m:oMath>
                </a14:m>
                <a:r>
                  <a:rPr lang="it-IT" sz="2000" dirty="0">
                    <a:solidFill>
                      <a:srgbClr val="000000"/>
                    </a:solidFill>
                  </a:rPr>
                  <a:t>, tra </a:t>
                </a:r>
                <a14:m>
                  <m:oMath xmlns:m="http://schemas.openxmlformats.org/officeDocument/2006/math">
                    <m:r>
                      <a:rPr lang="it-IT" sz="2000" b="0" i="0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it-IT" sz="2000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𝑔</m:t>
                    </m:r>
                    <m:r>
                      <a:rPr lang="it-IT" sz="2000" i="0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,</m:t>
                    </m:r>
                    <m:sSup>
                      <m:sSupPr>
                        <m:ctrlPr>
                          <a:rPr lang="it-IT" sz="200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it-IT" sz="2000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it-IT" sz="200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𝑔</m:t>
                        </m:r>
                      </m:e>
                      <m:sup>
                        <m:r>
                          <a:rPr lang="it-IT" sz="200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sup>
                    </m:sSup>
                    <m:r>
                      <a:rPr lang="it-IT" sz="2000" i="0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,</m:t>
                    </m:r>
                    <m:sSup>
                      <m:sSupPr>
                        <m:ctrlPr>
                          <a:rPr lang="it-IT" sz="2000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it-IT" sz="2000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it-IT" sz="200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𝑔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it-IT" sz="2000" b="0" i="0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b</m:t>
                        </m:r>
                      </m:sup>
                    </m:sSup>
                    <m:r>
                      <a:rPr lang="it-IT" sz="2000" b="0" i="0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, </m:t>
                    </m:r>
                    <m:sSup>
                      <m:sSupPr>
                        <m:ctrlPr>
                          <a:rPr lang="it-IT" sz="2000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it-IT" sz="2000" b="0" i="0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m:rPr>
                            <m:sty m:val="p"/>
                          </m:rPr>
                          <a:rPr lang="it-IT" sz="2000" b="0" i="0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g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it-IT" sz="2000" b="0" i="0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ab</m:t>
                        </m:r>
                      </m:sup>
                    </m:sSup>
                    <m:r>
                      <a:rPr lang="it-IT" sz="2000" b="0" i="0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it-IT" sz="2000" dirty="0">
                    <a:solidFill>
                      <a:srgbClr val="000000"/>
                    </a:solidFill>
                  </a:rPr>
                  <a:t> e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it-IT" sz="2000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it-IT" sz="2000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𝑔</m:t>
                        </m:r>
                        <m:r>
                          <a:rPr lang="it-IT" sz="2000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, </m:t>
                        </m:r>
                        <m:sSup>
                          <m:sSupPr>
                            <m:ctrlPr>
                              <a:rPr lang="it-IT" sz="2000" b="0" i="1" smtClean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it-IT" sz="2000" b="0" i="1" smtClean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𝑔</m:t>
                            </m:r>
                          </m:e>
                          <m:sup>
                            <m:r>
                              <a:rPr lang="it-IT" sz="2000" b="0" i="1" smtClean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𝑎</m:t>
                            </m:r>
                          </m:sup>
                        </m:sSup>
                        <m:r>
                          <a:rPr lang="it-IT" sz="2000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, </m:t>
                        </m:r>
                        <m:sSup>
                          <m:sSupPr>
                            <m:ctrlPr>
                              <a:rPr lang="it-IT" sz="2000" b="0" i="1" smtClean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it-IT" sz="2000" b="0" i="1" smtClean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𝑔</m:t>
                            </m:r>
                          </m:e>
                          <m:sup>
                            <m:r>
                              <a:rPr lang="it-IT" sz="2000" b="0" i="1" smtClean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𝑏</m:t>
                            </m:r>
                          </m:sup>
                        </m:sSup>
                        <m:r>
                          <a:rPr lang="it-IT" sz="2000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, </m:t>
                        </m:r>
                        <m:sSup>
                          <m:sSupPr>
                            <m:ctrlPr>
                              <a:rPr lang="it-IT" sz="2000" b="0" i="1" smtClean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it-IT" sz="2000" b="0" i="1" smtClean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𝑔</m:t>
                            </m:r>
                          </m:e>
                          <m:sup>
                            <m:r>
                              <a:rPr lang="it-IT" sz="2000" b="0" i="1" smtClean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𝑐</m:t>
                            </m:r>
                          </m:sup>
                        </m:sSup>
                      </m:e>
                    </m:d>
                    <m:r>
                      <a:rPr lang="it-IT" sz="2000" b="0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.</m:t>
                    </m:r>
                  </m:oMath>
                </a14:m>
                <a:endParaRPr lang="en-US" sz="2000" b="0" dirty="0">
                  <a:solidFill>
                    <a:srgbClr val="000000"/>
                  </a:solidFill>
                </a:endParaRPr>
              </a:p>
            </p:txBody>
          </p:sp>
        </mc:Choice>
        <mc:Fallback xmlns="">
          <p:sp>
            <p:nvSpPr>
              <p:cNvPr id="5" name="CasellaDiTesto 4">
                <a:extLst>
                  <a:ext uri="{FF2B5EF4-FFF2-40B4-BE49-F238E27FC236}">
                    <a16:creationId xmlns:a16="http://schemas.microsoft.com/office/drawing/2014/main" id="{9DB658A4-EA36-60FE-1056-DFA359AAB3F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1064871" y="1666754"/>
                <a:ext cx="7280476" cy="1424621"/>
              </a:xfrm>
              <a:prstGeom prst="rect">
                <a:avLst/>
              </a:prstGeom>
              <a:blipFill>
                <a:blip r:embed="rId3"/>
                <a:stretch>
                  <a:fillRect l="-754" t="-1709" b="-5128"/>
                </a:stretch>
              </a:blipFill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813264229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spd="med">
        <p159:morph option="byObject"/>
      </p:transition>
    </mc:Choice>
    <mc:Fallback>
      <p:transition spd="med">
        <p:fade/>
      </p:transition>
    </mc:Fallback>
  </mc:AlternateContent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Segnaposto piè di pagina 4">
            <a:extLst>
              <a:ext uri="{FF2B5EF4-FFF2-40B4-BE49-F238E27FC236}">
                <a16:creationId xmlns:a16="http://schemas.microsoft.com/office/drawing/2014/main" id="{713867C7-99F0-42C1-BDF1-1330231C60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295400" y="6219825"/>
            <a:ext cx="2895600" cy="457200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rgbClr val="822433"/>
              </a:buClr>
              <a:buChar char="•"/>
              <a:defRPr sz="24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16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14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12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r>
              <a:rPr lang="it-IT" altLang="it-IT" sz="1100" dirty="0" err="1">
                <a:solidFill>
                  <a:schemeClr val="bg1"/>
                </a:solidFill>
              </a:rPr>
              <a:t>Integrating</a:t>
            </a:r>
            <a:r>
              <a:rPr lang="it-IT" altLang="it-IT" sz="1100" dirty="0">
                <a:solidFill>
                  <a:schemeClr val="bg1"/>
                </a:solidFill>
              </a:rPr>
              <a:t> Zero-Knowledge in SCAPI</a:t>
            </a:r>
          </a:p>
        </p:txBody>
      </p:sp>
      <p:sp>
        <p:nvSpPr>
          <p:cNvPr id="6" name="Segnaposto data 3">
            <a:extLst>
              <a:ext uri="{FF2B5EF4-FFF2-40B4-BE49-F238E27FC236}">
                <a16:creationId xmlns:a16="http://schemas.microsoft.com/office/drawing/2014/main" id="{55BEB4CF-D7F4-07C6-F774-7F44CFB6B3E3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343400" y="6146800"/>
            <a:ext cx="1905000" cy="457200"/>
          </a:xfrm>
        </p:spPr>
        <p:txBody>
          <a:bodyPr/>
          <a:lstStyle/>
          <a:p>
            <a:r>
              <a:rPr lang="it-IT" altLang="it-IT" dirty="0">
                <a:solidFill>
                  <a:schemeClr val="bg1"/>
                </a:solidFill>
              </a:rPr>
              <a:t>11/12/2023</a:t>
            </a:r>
          </a:p>
          <a:p>
            <a:endParaRPr lang="it-IT" altLang="it-IT" dirty="0"/>
          </a:p>
        </p:txBody>
      </p:sp>
      <p:sp>
        <p:nvSpPr>
          <p:cNvPr id="21" name="Rettangolo 20">
            <a:extLst>
              <a:ext uri="{FF2B5EF4-FFF2-40B4-BE49-F238E27FC236}">
                <a16:creationId xmlns:a16="http://schemas.microsoft.com/office/drawing/2014/main" id="{D0BA5FCB-10D6-0CD3-0772-A1B020E3967E}"/>
              </a:ext>
            </a:extLst>
          </p:cNvPr>
          <p:cNvSpPr/>
          <p:nvPr/>
        </p:nvSpPr>
        <p:spPr bwMode="auto">
          <a:xfrm>
            <a:off x="0" y="620688"/>
            <a:ext cx="3960440" cy="246224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it-IT" sz="900" b="0" i="0" u="none" strike="noStrike" cap="none" normalizeH="0" baseline="0">
              <a:ln>
                <a:noFill/>
              </a:ln>
              <a:solidFill>
                <a:schemeClr val="bg1"/>
              </a:solidFill>
              <a:effectLst/>
              <a:latin typeface="Arial" panose="020B0604020202020204" pitchFamily="34" charset="0"/>
              <a:ea typeface="ＭＳ Ｐゴシック" panose="020B0600070205080204" pitchFamily="34" charset="-128"/>
            </a:endParaRPr>
          </a:p>
        </p:txBody>
      </p:sp>
      <p:sp>
        <p:nvSpPr>
          <p:cNvPr id="2" name="Segnaposto numero diapositiva 5">
            <a:extLst>
              <a:ext uri="{FF2B5EF4-FFF2-40B4-BE49-F238E27FC236}">
                <a16:creationId xmlns:a16="http://schemas.microsoft.com/office/drawing/2014/main" id="{23CDD47C-4CEB-8639-F2E7-D6D2F85D31A7}"/>
              </a:ext>
            </a:extLst>
          </p:cNvPr>
          <p:cNvSpPr txBox="1">
            <a:spLocks/>
          </p:cNvSpPr>
          <p:nvPr/>
        </p:nvSpPr>
        <p:spPr bwMode="auto">
          <a:xfrm>
            <a:off x="6548472" y="6146800"/>
            <a:ext cx="19050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defPPr>
              <a:defRPr lang="it-IT"/>
            </a:defPPr>
            <a:lvl1pPr algn="r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22433"/>
              </a:buClr>
              <a:buChar char="•"/>
              <a:defRPr sz="2400" kern="12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 kern="12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1600" kern="12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1400" kern="12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 kern="12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defRPr>
            </a:lvl5pPr>
            <a:lvl6pPr marL="2514600" indent="-228600" algn="l" defTabSz="914400" rtl="0" eaLnBrk="0" fontAlgn="base" latinLnBrk="0" hangingPunct="0">
              <a:spcBef>
                <a:spcPct val="20000"/>
              </a:spcBef>
              <a:spcAft>
                <a:spcPct val="0"/>
              </a:spcAft>
              <a:buChar char="»"/>
              <a:defRPr sz="1200" kern="12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defRPr>
            </a:lvl6pPr>
            <a:lvl7pPr marL="2971800" indent="-228600" algn="l" defTabSz="914400" rtl="0" eaLnBrk="0" fontAlgn="base" latinLnBrk="0" hangingPunct="0">
              <a:spcBef>
                <a:spcPct val="20000"/>
              </a:spcBef>
              <a:spcAft>
                <a:spcPct val="0"/>
              </a:spcAft>
              <a:buChar char="»"/>
              <a:defRPr sz="1200" kern="12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defRPr>
            </a:lvl7pPr>
            <a:lvl8pPr marL="3429000" indent="-228600" algn="l" defTabSz="914400" rtl="0" eaLnBrk="0" fontAlgn="base" latinLnBrk="0" hangingPunct="0">
              <a:spcBef>
                <a:spcPct val="20000"/>
              </a:spcBef>
              <a:spcAft>
                <a:spcPct val="0"/>
              </a:spcAft>
              <a:buChar char="»"/>
              <a:defRPr sz="1200" kern="12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defRPr>
            </a:lvl8pPr>
            <a:lvl9pPr marL="3886200" indent="-228600" algn="l" defTabSz="914400" rtl="0" eaLnBrk="0" fontAlgn="base" latinLnBrk="0" hangingPunct="0">
              <a:spcBef>
                <a:spcPct val="20000"/>
              </a:spcBef>
              <a:spcAft>
                <a:spcPct val="0"/>
              </a:spcAft>
              <a:buChar char="»"/>
              <a:defRPr sz="1200" kern="12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r>
              <a:rPr lang="it-IT" altLang="it-IT" sz="1100" dirty="0">
                <a:solidFill>
                  <a:schemeClr val="bg1"/>
                </a:solidFill>
              </a:rPr>
              <a:t>Pagina 8</a:t>
            </a:r>
          </a:p>
        </p:txBody>
      </p:sp>
      <p:sp>
        <p:nvSpPr>
          <p:cNvPr id="4" name="Rectangle 2">
            <a:extLst>
              <a:ext uri="{FF2B5EF4-FFF2-40B4-BE49-F238E27FC236}">
                <a16:creationId xmlns:a16="http://schemas.microsoft.com/office/drawing/2014/main" id="{08C22CE2-C3D6-2049-0DF7-E203F0E1DD6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0" y="368275"/>
            <a:ext cx="9144000" cy="5048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2400" b="1" kern="1200">
                <a:solidFill>
                  <a:srgbClr val="822433"/>
                </a:solidFill>
                <a:latin typeface="+mj-lt"/>
                <a:ea typeface="+mj-ea"/>
                <a:cs typeface="+mj-cs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822433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822433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822433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822433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822433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822433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822433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822433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algn="ctr" eaLnBrk="1" hangingPunct="1"/>
            <a:r>
              <a:rPr lang="it-IT" altLang="it-IT" dirty="0" err="1"/>
              <a:t>Decisional</a:t>
            </a:r>
            <a:r>
              <a:rPr lang="it-IT" altLang="it-IT" dirty="0"/>
              <a:t> Diffie-Hellman </a:t>
            </a:r>
            <a:r>
              <a:rPr lang="it-IT" altLang="it-IT" dirty="0" err="1"/>
              <a:t>assumption</a:t>
            </a:r>
            <a:endParaRPr lang="it-IT" altLang="it-IT" dirty="0"/>
          </a:p>
          <a:p>
            <a:pPr algn="ctr" eaLnBrk="1" hangingPunct="1"/>
            <a:endParaRPr lang="it-IT" altLang="it-IT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CasellaDiTesto 4">
                <a:extLst>
                  <a:ext uri="{FF2B5EF4-FFF2-40B4-BE49-F238E27FC236}">
                    <a16:creationId xmlns:a16="http://schemas.microsoft.com/office/drawing/2014/main" id="{9DB658A4-EA36-60FE-1056-DFA359AAB3FF}"/>
                  </a:ext>
                </a:extLst>
              </p:cNvPr>
              <p:cNvSpPr txBox="1"/>
              <p:nvPr/>
            </p:nvSpPr>
            <p:spPr bwMode="auto">
              <a:xfrm>
                <a:off x="1064871" y="1666754"/>
                <a:ext cx="7280476" cy="216328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rtlCol="0" anchor="t" anchorCtr="0" compatLnSpc="1">
                <a:prstTxWarp prst="textNoShape">
                  <a:avLst/>
                </a:prstTxWarp>
                <a:spAutoFit/>
              </a:bodyPr>
              <a:lstStyle/>
              <a:p>
                <a:pPr marL="342900" indent="-3429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822433"/>
                  </a:buClr>
                  <a:buFont typeface="Wingdings" panose="05000000000000000000" pitchFamily="2" charset="2"/>
                  <a:buChar char="Ø"/>
                </a:pPr>
                <a:r>
                  <a:rPr lang="it-IT" sz="2000" dirty="0">
                    <a:solidFill>
                      <a:srgbClr val="000000"/>
                    </a:solidFill>
                  </a:rPr>
                  <a:t>Basato sui gruppi ciclici e sul problema del logaritmo discreto.</a:t>
                </a:r>
              </a:p>
              <a:p>
                <a:pPr marL="342900" indent="-3429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822433"/>
                  </a:buClr>
                  <a:buFont typeface="Wingdings" panose="05000000000000000000" pitchFamily="2" charset="2"/>
                  <a:buChar char="Ø"/>
                </a:pPr>
                <a:r>
                  <a:rPr lang="it-IT" sz="2000" dirty="0">
                    <a:solidFill>
                      <a:srgbClr val="000000"/>
                    </a:solidFill>
                  </a:rPr>
                  <a:t>E’ </a:t>
                </a:r>
                <a:r>
                  <a:rPr lang="it-IT" sz="2000" dirty="0" err="1">
                    <a:solidFill>
                      <a:srgbClr val="000000"/>
                    </a:solidFill>
                  </a:rPr>
                  <a:t>computazionalmente</a:t>
                </a:r>
                <a:r>
                  <a:rPr lang="it-IT" sz="2000" dirty="0">
                    <a:solidFill>
                      <a:srgbClr val="000000"/>
                    </a:solidFill>
                  </a:rPr>
                  <a:t> difficile distinguere, dati solamente </a:t>
                </a:r>
                <a14:m>
                  <m:oMath xmlns:m="http://schemas.openxmlformats.org/officeDocument/2006/math">
                    <m:r>
                      <a:rPr lang="it-IT" sz="2000" i="1" dirty="0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𝑔</m:t>
                    </m:r>
                  </m:oMath>
                </a14:m>
                <a:r>
                  <a:rPr lang="it-IT" sz="2000" dirty="0">
                    <a:solidFill>
                      <a:srgbClr val="000000"/>
                    </a:solidFill>
                  </a:rPr>
                  <a:t>,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it-IT" sz="2000" i="1" dirty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it-IT" sz="2000" i="1" dirty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𝑔</m:t>
                        </m:r>
                      </m:e>
                      <m:sup>
                        <m:r>
                          <a:rPr lang="it-IT" sz="2000" i="1" dirty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sup>
                    </m:sSup>
                  </m:oMath>
                </a14:m>
                <a:r>
                  <a:rPr lang="it-IT" sz="2000" dirty="0">
                    <a:solidFill>
                      <a:srgbClr val="000000"/>
                    </a:solidFill>
                  </a:rPr>
                  <a:t>, e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it-IT" sz="2000" i="1" dirty="0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it-IT" sz="2000" b="0" i="1" dirty="0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𝑔</m:t>
                        </m:r>
                      </m:e>
                      <m:sup>
                        <m:r>
                          <a:rPr lang="it-IT" sz="2000" b="0" i="1" dirty="0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sup>
                    </m:sSup>
                  </m:oMath>
                </a14:m>
                <a:r>
                  <a:rPr lang="it-IT" sz="2000" dirty="0">
                    <a:solidFill>
                      <a:srgbClr val="000000"/>
                    </a:solidFill>
                  </a:rPr>
                  <a:t>, tra </a:t>
                </a:r>
                <a14:m>
                  <m:oMath xmlns:m="http://schemas.openxmlformats.org/officeDocument/2006/math">
                    <m:r>
                      <a:rPr lang="it-IT" sz="2000" b="0" i="0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it-IT" sz="2000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𝑔</m:t>
                    </m:r>
                    <m:r>
                      <a:rPr lang="it-IT" sz="2000" i="0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,</m:t>
                    </m:r>
                    <m:sSup>
                      <m:sSupPr>
                        <m:ctrlPr>
                          <a:rPr lang="it-IT" sz="200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it-IT" sz="2000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it-IT" sz="200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𝑔</m:t>
                        </m:r>
                      </m:e>
                      <m:sup>
                        <m:r>
                          <a:rPr lang="it-IT" sz="200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sup>
                    </m:sSup>
                    <m:r>
                      <a:rPr lang="it-IT" sz="2000" i="0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,</m:t>
                    </m:r>
                    <m:sSup>
                      <m:sSupPr>
                        <m:ctrlPr>
                          <a:rPr lang="it-IT" sz="2000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it-IT" sz="2000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it-IT" sz="200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𝑔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it-IT" sz="2000" b="0" i="0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b</m:t>
                        </m:r>
                      </m:sup>
                    </m:sSup>
                    <m:r>
                      <a:rPr lang="it-IT" sz="2000" b="0" i="0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, </m:t>
                    </m:r>
                    <m:sSup>
                      <m:sSupPr>
                        <m:ctrlPr>
                          <a:rPr lang="it-IT" sz="2000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it-IT" sz="2000" b="0" i="0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m:rPr>
                            <m:sty m:val="p"/>
                          </m:rPr>
                          <a:rPr lang="it-IT" sz="2000" b="0" i="0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g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it-IT" sz="2000" b="0" i="0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ab</m:t>
                        </m:r>
                      </m:sup>
                    </m:sSup>
                    <m:r>
                      <a:rPr lang="it-IT" sz="2000" b="0" i="0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it-IT" sz="2000" dirty="0">
                    <a:solidFill>
                      <a:srgbClr val="000000"/>
                    </a:solidFill>
                  </a:rPr>
                  <a:t> e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it-IT" sz="2000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it-IT" sz="2000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𝑔</m:t>
                        </m:r>
                        <m:r>
                          <a:rPr lang="it-IT" sz="2000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, </m:t>
                        </m:r>
                        <m:sSup>
                          <m:sSupPr>
                            <m:ctrlPr>
                              <a:rPr lang="it-IT" sz="2000" b="0" i="1" smtClean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it-IT" sz="2000" b="0" i="1" smtClean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𝑔</m:t>
                            </m:r>
                          </m:e>
                          <m:sup>
                            <m:r>
                              <a:rPr lang="it-IT" sz="2000" b="0" i="1" smtClean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𝑎</m:t>
                            </m:r>
                          </m:sup>
                        </m:sSup>
                        <m:r>
                          <a:rPr lang="it-IT" sz="2000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, </m:t>
                        </m:r>
                        <m:sSup>
                          <m:sSupPr>
                            <m:ctrlPr>
                              <a:rPr lang="it-IT" sz="2000" b="0" i="1" smtClean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it-IT" sz="2000" b="0" i="1" smtClean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𝑔</m:t>
                            </m:r>
                          </m:e>
                          <m:sup>
                            <m:r>
                              <a:rPr lang="it-IT" sz="2000" b="0" i="1" smtClean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𝑏</m:t>
                            </m:r>
                          </m:sup>
                        </m:sSup>
                        <m:r>
                          <a:rPr lang="it-IT" sz="2000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, </m:t>
                        </m:r>
                        <m:sSup>
                          <m:sSupPr>
                            <m:ctrlPr>
                              <a:rPr lang="it-IT" sz="2000" b="0" i="1" smtClean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it-IT" sz="2000" b="0" i="1" smtClean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𝑔</m:t>
                            </m:r>
                          </m:e>
                          <m:sup>
                            <m:r>
                              <a:rPr lang="it-IT" sz="2000" b="0" i="1" smtClean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𝑐</m:t>
                            </m:r>
                          </m:sup>
                        </m:sSup>
                      </m:e>
                    </m:d>
                    <m:r>
                      <a:rPr lang="it-IT" sz="2000" b="0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.</m:t>
                    </m:r>
                  </m:oMath>
                </a14:m>
                <a:endParaRPr lang="en-US" sz="2000" b="0" dirty="0">
                  <a:solidFill>
                    <a:srgbClr val="000000"/>
                  </a:solidFill>
                </a:endParaRPr>
              </a:p>
              <a:p>
                <a:pPr marL="342900" indent="-3429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822433"/>
                  </a:buClr>
                  <a:buFont typeface="Wingdings" panose="05000000000000000000" pitchFamily="2" charset="2"/>
                  <a:buChar char="Ø"/>
                </a:pPr>
                <a:r>
                  <a:rPr lang="en-US" sz="2000" dirty="0" err="1">
                    <a:solidFill>
                      <a:srgbClr val="000000"/>
                    </a:solidFill>
                  </a:rPr>
                  <a:t>Implementazione</a:t>
                </a:r>
                <a:r>
                  <a:rPr lang="en-US" sz="2000" dirty="0">
                    <a:solidFill>
                      <a:srgbClr val="000000"/>
                    </a:solidFill>
                  </a:rPr>
                  <a:t> </a:t>
                </a:r>
                <a:r>
                  <a:rPr lang="en-US" sz="2000" dirty="0" err="1">
                    <a:solidFill>
                      <a:srgbClr val="000000"/>
                    </a:solidFill>
                  </a:rPr>
                  <a:t>basata</a:t>
                </a:r>
                <a:r>
                  <a:rPr lang="en-US" sz="2000" dirty="0">
                    <a:solidFill>
                      <a:srgbClr val="000000"/>
                    </a:solidFill>
                  </a:rPr>
                  <a:t> </a:t>
                </a:r>
                <a:r>
                  <a:rPr lang="en-US" sz="2000" dirty="0" err="1">
                    <a:solidFill>
                      <a:srgbClr val="000000"/>
                    </a:solidFill>
                  </a:rPr>
                  <a:t>sulla</a:t>
                </a:r>
                <a:r>
                  <a:rPr lang="en-US" sz="2000" dirty="0">
                    <a:solidFill>
                      <a:srgbClr val="000000"/>
                    </a:solidFill>
                  </a:rPr>
                  <a:t> </a:t>
                </a:r>
                <a:r>
                  <a:rPr lang="en-US" sz="2000" dirty="0" err="1">
                    <a:solidFill>
                      <a:srgbClr val="000000"/>
                    </a:solidFill>
                  </a:rPr>
                  <a:t>Chaum</a:t>
                </a:r>
                <a:r>
                  <a:rPr lang="en-US" sz="2000" dirty="0">
                    <a:solidFill>
                      <a:srgbClr val="000000"/>
                    </a:solidFill>
                  </a:rPr>
                  <a:t>-Pedersen ZKP.</a:t>
                </a:r>
                <a:endParaRPr lang="it-IT" sz="2000" b="0" dirty="0">
                  <a:solidFill>
                    <a:srgbClr val="000000"/>
                  </a:solidFill>
                </a:endParaRPr>
              </a:p>
              <a:p>
                <a:pPr marL="342900" indent="-3429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822433"/>
                  </a:buClr>
                  <a:buFont typeface="Wingdings" panose="05000000000000000000" pitchFamily="2" charset="2"/>
                  <a:buChar char="Ø"/>
                </a:pPr>
                <a:endParaRPr lang="en-US" sz="2000" b="0" dirty="0">
                  <a:solidFill>
                    <a:srgbClr val="000000"/>
                  </a:solidFill>
                </a:endParaRPr>
              </a:p>
            </p:txBody>
          </p:sp>
        </mc:Choice>
        <mc:Fallback xmlns="">
          <p:sp>
            <p:nvSpPr>
              <p:cNvPr id="5" name="CasellaDiTesto 4">
                <a:extLst>
                  <a:ext uri="{FF2B5EF4-FFF2-40B4-BE49-F238E27FC236}">
                    <a16:creationId xmlns:a16="http://schemas.microsoft.com/office/drawing/2014/main" id="{9DB658A4-EA36-60FE-1056-DFA359AAB3F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1064871" y="1666754"/>
                <a:ext cx="7280476" cy="2163285"/>
              </a:xfrm>
              <a:prstGeom prst="rect">
                <a:avLst/>
              </a:prstGeom>
              <a:blipFill>
                <a:blip r:embed="rId3"/>
                <a:stretch>
                  <a:fillRect l="-754" t="-1127"/>
                </a:stretch>
              </a:blipFill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7" name="Immagine 6" descr="Immagine che contiene testo, Viso umano, schermata, vestiti&#10;&#10;Descrizione generata automaticamente">
            <a:extLst>
              <a:ext uri="{FF2B5EF4-FFF2-40B4-BE49-F238E27FC236}">
                <a16:creationId xmlns:a16="http://schemas.microsoft.com/office/drawing/2014/main" id="{C809EEA1-E2CB-00EC-01CD-81F36D3EBB76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17592" y="7591424"/>
            <a:ext cx="4375034" cy="35689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42142436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spd="med">
        <p159:morph option="byObject"/>
      </p:transition>
    </mc:Choice>
    <mc:Fallback>
      <p:transition spd="med">
        <p:fade/>
      </p:transition>
    </mc:Fallback>
  </mc:AlternateContent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Segnaposto piè di pagina 4">
            <a:extLst>
              <a:ext uri="{FF2B5EF4-FFF2-40B4-BE49-F238E27FC236}">
                <a16:creationId xmlns:a16="http://schemas.microsoft.com/office/drawing/2014/main" id="{713867C7-99F0-42C1-BDF1-1330231C60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295400" y="6219825"/>
            <a:ext cx="2895600" cy="457200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rgbClr val="822433"/>
              </a:buClr>
              <a:buChar char="•"/>
              <a:defRPr sz="24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16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14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12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r>
              <a:rPr lang="it-IT" altLang="it-IT" sz="1100" dirty="0" err="1">
                <a:solidFill>
                  <a:schemeClr val="bg1"/>
                </a:solidFill>
              </a:rPr>
              <a:t>Integrating</a:t>
            </a:r>
            <a:r>
              <a:rPr lang="it-IT" altLang="it-IT" sz="1100" dirty="0">
                <a:solidFill>
                  <a:schemeClr val="bg1"/>
                </a:solidFill>
              </a:rPr>
              <a:t> Zero-Knowledge in SCAPI</a:t>
            </a:r>
          </a:p>
        </p:txBody>
      </p:sp>
      <p:sp>
        <p:nvSpPr>
          <p:cNvPr id="6" name="Segnaposto data 3">
            <a:extLst>
              <a:ext uri="{FF2B5EF4-FFF2-40B4-BE49-F238E27FC236}">
                <a16:creationId xmlns:a16="http://schemas.microsoft.com/office/drawing/2014/main" id="{55BEB4CF-D7F4-07C6-F774-7F44CFB6B3E3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343400" y="6146800"/>
            <a:ext cx="1905000" cy="457200"/>
          </a:xfrm>
        </p:spPr>
        <p:txBody>
          <a:bodyPr/>
          <a:lstStyle/>
          <a:p>
            <a:r>
              <a:rPr lang="it-IT" altLang="it-IT" dirty="0">
                <a:solidFill>
                  <a:schemeClr val="bg1"/>
                </a:solidFill>
              </a:rPr>
              <a:t>11/12/2023</a:t>
            </a:r>
          </a:p>
          <a:p>
            <a:endParaRPr lang="it-IT" altLang="it-IT" dirty="0"/>
          </a:p>
        </p:txBody>
      </p:sp>
      <p:sp>
        <p:nvSpPr>
          <p:cNvPr id="21" name="Rettangolo 20">
            <a:extLst>
              <a:ext uri="{FF2B5EF4-FFF2-40B4-BE49-F238E27FC236}">
                <a16:creationId xmlns:a16="http://schemas.microsoft.com/office/drawing/2014/main" id="{D0BA5FCB-10D6-0CD3-0772-A1B020E3967E}"/>
              </a:ext>
            </a:extLst>
          </p:cNvPr>
          <p:cNvSpPr/>
          <p:nvPr/>
        </p:nvSpPr>
        <p:spPr bwMode="auto">
          <a:xfrm>
            <a:off x="-13225" y="1821301"/>
            <a:ext cx="3960440" cy="246224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it-IT" sz="900" b="0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Arial" panose="020B0604020202020204" pitchFamily="34" charset="0"/>
              <a:ea typeface="ＭＳ Ｐゴシック" panose="020B0600070205080204" pitchFamily="34" charset="-128"/>
            </a:endParaRPr>
          </a:p>
        </p:txBody>
      </p:sp>
      <p:sp>
        <p:nvSpPr>
          <p:cNvPr id="2" name="Segnaposto numero diapositiva 5">
            <a:extLst>
              <a:ext uri="{FF2B5EF4-FFF2-40B4-BE49-F238E27FC236}">
                <a16:creationId xmlns:a16="http://schemas.microsoft.com/office/drawing/2014/main" id="{23CDD47C-4CEB-8639-F2E7-D6D2F85D31A7}"/>
              </a:ext>
            </a:extLst>
          </p:cNvPr>
          <p:cNvSpPr txBox="1">
            <a:spLocks/>
          </p:cNvSpPr>
          <p:nvPr/>
        </p:nvSpPr>
        <p:spPr bwMode="auto">
          <a:xfrm>
            <a:off x="6548472" y="6146800"/>
            <a:ext cx="19050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defPPr>
              <a:defRPr lang="it-IT"/>
            </a:defPPr>
            <a:lvl1pPr algn="r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22433"/>
              </a:buClr>
              <a:buChar char="•"/>
              <a:defRPr sz="2400" kern="12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 kern="12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1600" kern="12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1400" kern="12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 kern="12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defRPr>
            </a:lvl5pPr>
            <a:lvl6pPr marL="2514600" indent="-228600" algn="l" defTabSz="914400" rtl="0" eaLnBrk="0" fontAlgn="base" latinLnBrk="0" hangingPunct="0">
              <a:spcBef>
                <a:spcPct val="20000"/>
              </a:spcBef>
              <a:spcAft>
                <a:spcPct val="0"/>
              </a:spcAft>
              <a:buChar char="»"/>
              <a:defRPr sz="1200" kern="12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defRPr>
            </a:lvl6pPr>
            <a:lvl7pPr marL="2971800" indent="-228600" algn="l" defTabSz="914400" rtl="0" eaLnBrk="0" fontAlgn="base" latinLnBrk="0" hangingPunct="0">
              <a:spcBef>
                <a:spcPct val="20000"/>
              </a:spcBef>
              <a:spcAft>
                <a:spcPct val="0"/>
              </a:spcAft>
              <a:buChar char="»"/>
              <a:defRPr sz="1200" kern="12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defRPr>
            </a:lvl7pPr>
            <a:lvl8pPr marL="3429000" indent="-228600" algn="l" defTabSz="914400" rtl="0" eaLnBrk="0" fontAlgn="base" latinLnBrk="0" hangingPunct="0">
              <a:spcBef>
                <a:spcPct val="20000"/>
              </a:spcBef>
              <a:spcAft>
                <a:spcPct val="0"/>
              </a:spcAft>
              <a:buChar char="»"/>
              <a:defRPr sz="1200" kern="12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defRPr>
            </a:lvl8pPr>
            <a:lvl9pPr marL="3886200" indent="-228600" algn="l" defTabSz="914400" rtl="0" eaLnBrk="0" fontAlgn="base" latinLnBrk="0" hangingPunct="0">
              <a:spcBef>
                <a:spcPct val="20000"/>
              </a:spcBef>
              <a:spcAft>
                <a:spcPct val="0"/>
              </a:spcAft>
              <a:buChar char="»"/>
              <a:defRPr sz="1200" kern="12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r>
              <a:rPr lang="it-IT" altLang="it-IT" sz="1100" dirty="0">
                <a:solidFill>
                  <a:schemeClr val="bg1"/>
                </a:solidFill>
              </a:rPr>
              <a:t>Pagina 8</a:t>
            </a:r>
          </a:p>
        </p:txBody>
      </p:sp>
      <p:sp>
        <p:nvSpPr>
          <p:cNvPr id="4" name="Rectangle 2">
            <a:extLst>
              <a:ext uri="{FF2B5EF4-FFF2-40B4-BE49-F238E27FC236}">
                <a16:creationId xmlns:a16="http://schemas.microsoft.com/office/drawing/2014/main" id="{08C22CE2-C3D6-2049-0DF7-E203F0E1DD6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0" y="368275"/>
            <a:ext cx="9144000" cy="5048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2400" b="1" kern="1200">
                <a:solidFill>
                  <a:srgbClr val="822433"/>
                </a:solidFill>
                <a:latin typeface="+mj-lt"/>
                <a:ea typeface="+mj-ea"/>
                <a:cs typeface="+mj-cs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822433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822433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822433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822433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822433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822433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822433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822433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algn="ctr" eaLnBrk="1" hangingPunct="1"/>
            <a:r>
              <a:rPr lang="it-IT" altLang="it-IT" dirty="0" err="1"/>
              <a:t>Decisional</a:t>
            </a:r>
            <a:r>
              <a:rPr lang="it-IT" altLang="it-IT" dirty="0"/>
              <a:t> Diffie-Hellman </a:t>
            </a:r>
            <a:r>
              <a:rPr lang="it-IT" altLang="it-IT" dirty="0" err="1"/>
              <a:t>assumption</a:t>
            </a:r>
            <a:endParaRPr lang="it-IT" altLang="it-IT" dirty="0"/>
          </a:p>
          <a:p>
            <a:pPr algn="ctr" eaLnBrk="1" hangingPunct="1"/>
            <a:endParaRPr lang="it-IT" altLang="it-IT" dirty="0"/>
          </a:p>
        </p:txBody>
      </p:sp>
      <p:sp>
        <p:nvSpPr>
          <p:cNvPr id="5" name="CasellaDiTesto 4">
            <a:extLst>
              <a:ext uri="{FF2B5EF4-FFF2-40B4-BE49-F238E27FC236}">
                <a16:creationId xmlns:a16="http://schemas.microsoft.com/office/drawing/2014/main" id="{9DB658A4-EA36-60FE-1056-DFA359AAB3FF}"/>
              </a:ext>
            </a:extLst>
          </p:cNvPr>
          <p:cNvSpPr txBox="1"/>
          <p:nvPr/>
        </p:nvSpPr>
        <p:spPr bwMode="auto">
          <a:xfrm>
            <a:off x="931762" y="1082371"/>
            <a:ext cx="7280476" cy="76944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342900" indent="-3429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22433"/>
              </a:buClr>
              <a:buFont typeface="Wingdings" panose="05000000000000000000" pitchFamily="2" charset="2"/>
              <a:buChar char="Ø"/>
            </a:pPr>
            <a:r>
              <a:rPr lang="en-US" sz="2000" dirty="0" err="1">
                <a:solidFill>
                  <a:srgbClr val="000000"/>
                </a:solidFill>
              </a:rPr>
              <a:t>Implementazione</a:t>
            </a:r>
            <a:r>
              <a:rPr lang="en-US" sz="2000" dirty="0">
                <a:solidFill>
                  <a:srgbClr val="000000"/>
                </a:solidFill>
              </a:rPr>
              <a:t> </a:t>
            </a:r>
            <a:r>
              <a:rPr lang="en-US" sz="2000" dirty="0" err="1">
                <a:solidFill>
                  <a:srgbClr val="000000"/>
                </a:solidFill>
              </a:rPr>
              <a:t>basata</a:t>
            </a:r>
            <a:r>
              <a:rPr lang="en-US" sz="2000" dirty="0">
                <a:solidFill>
                  <a:srgbClr val="000000"/>
                </a:solidFill>
              </a:rPr>
              <a:t> </a:t>
            </a:r>
            <a:r>
              <a:rPr lang="en-US" sz="2000" dirty="0" err="1">
                <a:solidFill>
                  <a:srgbClr val="000000"/>
                </a:solidFill>
              </a:rPr>
              <a:t>sulla</a:t>
            </a:r>
            <a:r>
              <a:rPr lang="en-US" sz="2000" dirty="0">
                <a:solidFill>
                  <a:srgbClr val="000000"/>
                </a:solidFill>
              </a:rPr>
              <a:t> </a:t>
            </a:r>
            <a:r>
              <a:rPr lang="en-US" sz="2000" dirty="0" err="1">
                <a:solidFill>
                  <a:srgbClr val="000000"/>
                </a:solidFill>
              </a:rPr>
              <a:t>Chaum</a:t>
            </a:r>
            <a:r>
              <a:rPr lang="en-US" sz="2000" dirty="0">
                <a:solidFill>
                  <a:srgbClr val="000000"/>
                </a:solidFill>
              </a:rPr>
              <a:t>-Pedersen ZKP.</a:t>
            </a:r>
            <a:endParaRPr lang="it-IT" sz="2000" b="0" dirty="0">
              <a:solidFill>
                <a:srgbClr val="000000"/>
              </a:solidFill>
            </a:endParaRPr>
          </a:p>
          <a:p>
            <a:pPr marL="342900" indent="-3429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22433"/>
              </a:buClr>
              <a:buFont typeface="Wingdings" panose="05000000000000000000" pitchFamily="2" charset="2"/>
              <a:buChar char="Ø"/>
            </a:pPr>
            <a:endParaRPr lang="en-US" sz="2000" b="0" dirty="0">
              <a:solidFill>
                <a:srgbClr val="000000"/>
              </a:solidFill>
            </a:endParaRPr>
          </a:p>
        </p:txBody>
      </p:sp>
      <p:pic>
        <p:nvPicPr>
          <p:cNvPr id="3" name="Immagine 2" descr="Immagine che contiene testo, Viso umano, schermata, vestiti&#10;&#10;Descrizione generata automaticamente">
            <a:extLst>
              <a:ext uri="{FF2B5EF4-FFF2-40B4-BE49-F238E27FC236}">
                <a16:creationId xmlns:a16="http://schemas.microsoft.com/office/drawing/2014/main" id="{C274FBF7-A2FD-3020-656F-93C9E4B64B2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70815" y="1821301"/>
            <a:ext cx="4602369" cy="37543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90340585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spd="med">
        <p159:morph option="byObject"/>
      </p:transition>
    </mc:Choice>
    <mc:Fallback>
      <p:transition spd="med">
        <p:fade/>
      </p:transition>
    </mc:Fallback>
  </mc:AlternateContent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Segnaposto piè di pagina 4">
            <a:extLst>
              <a:ext uri="{FF2B5EF4-FFF2-40B4-BE49-F238E27FC236}">
                <a16:creationId xmlns:a16="http://schemas.microsoft.com/office/drawing/2014/main" id="{713867C7-99F0-42C1-BDF1-1330231C60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295400" y="6219825"/>
            <a:ext cx="2895600" cy="457200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rgbClr val="822433"/>
              </a:buClr>
              <a:buChar char="•"/>
              <a:defRPr sz="24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16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14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12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r>
              <a:rPr lang="it-IT" altLang="it-IT" sz="1100" dirty="0" err="1">
                <a:solidFill>
                  <a:schemeClr val="bg1"/>
                </a:solidFill>
              </a:rPr>
              <a:t>Integrating</a:t>
            </a:r>
            <a:r>
              <a:rPr lang="it-IT" altLang="it-IT" sz="1100" dirty="0">
                <a:solidFill>
                  <a:schemeClr val="bg1"/>
                </a:solidFill>
              </a:rPr>
              <a:t> Zero-Knowledge in SCAPI</a:t>
            </a:r>
          </a:p>
        </p:txBody>
      </p:sp>
      <p:sp>
        <p:nvSpPr>
          <p:cNvPr id="6" name="Segnaposto data 3">
            <a:extLst>
              <a:ext uri="{FF2B5EF4-FFF2-40B4-BE49-F238E27FC236}">
                <a16:creationId xmlns:a16="http://schemas.microsoft.com/office/drawing/2014/main" id="{55BEB4CF-D7F4-07C6-F774-7F44CFB6B3E3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343400" y="6146800"/>
            <a:ext cx="1905000" cy="457200"/>
          </a:xfrm>
        </p:spPr>
        <p:txBody>
          <a:bodyPr/>
          <a:lstStyle/>
          <a:p>
            <a:r>
              <a:rPr lang="it-IT" altLang="it-IT" dirty="0">
                <a:solidFill>
                  <a:schemeClr val="bg1"/>
                </a:solidFill>
              </a:rPr>
              <a:t>11/12/2023</a:t>
            </a:r>
          </a:p>
          <a:p>
            <a:endParaRPr lang="it-IT" altLang="it-IT" dirty="0"/>
          </a:p>
        </p:txBody>
      </p:sp>
      <p:sp>
        <p:nvSpPr>
          <p:cNvPr id="21" name="Rettangolo 20">
            <a:extLst>
              <a:ext uri="{FF2B5EF4-FFF2-40B4-BE49-F238E27FC236}">
                <a16:creationId xmlns:a16="http://schemas.microsoft.com/office/drawing/2014/main" id="{D0BA5FCB-10D6-0CD3-0772-A1B020E3967E}"/>
              </a:ext>
            </a:extLst>
          </p:cNvPr>
          <p:cNvSpPr/>
          <p:nvPr/>
        </p:nvSpPr>
        <p:spPr bwMode="auto">
          <a:xfrm>
            <a:off x="-13225" y="1821301"/>
            <a:ext cx="3960440" cy="246224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it-IT" sz="900" b="0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Arial" panose="020B0604020202020204" pitchFamily="34" charset="0"/>
              <a:ea typeface="ＭＳ Ｐゴシック" panose="020B0600070205080204" pitchFamily="34" charset="-128"/>
            </a:endParaRPr>
          </a:p>
        </p:txBody>
      </p:sp>
      <p:sp>
        <p:nvSpPr>
          <p:cNvPr id="2" name="Segnaposto numero diapositiva 5">
            <a:extLst>
              <a:ext uri="{FF2B5EF4-FFF2-40B4-BE49-F238E27FC236}">
                <a16:creationId xmlns:a16="http://schemas.microsoft.com/office/drawing/2014/main" id="{23CDD47C-4CEB-8639-F2E7-D6D2F85D31A7}"/>
              </a:ext>
            </a:extLst>
          </p:cNvPr>
          <p:cNvSpPr txBox="1">
            <a:spLocks/>
          </p:cNvSpPr>
          <p:nvPr/>
        </p:nvSpPr>
        <p:spPr bwMode="auto">
          <a:xfrm>
            <a:off x="6548472" y="6146800"/>
            <a:ext cx="19050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defPPr>
              <a:defRPr lang="it-IT"/>
            </a:defPPr>
            <a:lvl1pPr algn="r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22433"/>
              </a:buClr>
              <a:buChar char="•"/>
              <a:defRPr sz="2400" kern="12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 kern="12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1600" kern="12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1400" kern="12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 kern="12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defRPr>
            </a:lvl5pPr>
            <a:lvl6pPr marL="2514600" indent="-228600" algn="l" defTabSz="914400" rtl="0" eaLnBrk="0" fontAlgn="base" latinLnBrk="0" hangingPunct="0">
              <a:spcBef>
                <a:spcPct val="20000"/>
              </a:spcBef>
              <a:spcAft>
                <a:spcPct val="0"/>
              </a:spcAft>
              <a:buChar char="»"/>
              <a:defRPr sz="1200" kern="12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defRPr>
            </a:lvl6pPr>
            <a:lvl7pPr marL="2971800" indent="-228600" algn="l" defTabSz="914400" rtl="0" eaLnBrk="0" fontAlgn="base" latinLnBrk="0" hangingPunct="0">
              <a:spcBef>
                <a:spcPct val="20000"/>
              </a:spcBef>
              <a:spcAft>
                <a:spcPct val="0"/>
              </a:spcAft>
              <a:buChar char="»"/>
              <a:defRPr sz="1200" kern="12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defRPr>
            </a:lvl7pPr>
            <a:lvl8pPr marL="3429000" indent="-228600" algn="l" defTabSz="914400" rtl="0" eaLnBrk="0" fontAlgn="base" latinLnBrk="0" hangingPunct="0">
              <a:spcBef>
                <a:spcPct val="20000"/>
              </a:spcBef>
              <a:spcAft>
                <a:spcPct val="0"/>
              </a:spcAft>
              <a:buChar char="»"/>
              <a:defRPr sz="1200" kern="12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defRPr>
            </a:lvl8pPr>
            <a:lvl9pPr marL="3886200" indent="-228600" algn="l" defTabSz="914400" rtl="0" eaLnBrk="0" fontAlgn="base" latinLnBrk="0" hangingPunct="0">
              <a:spcBef>
                <a:spcPct val="20000"/>
              </a:spcBef>
              <a:spcAft>
                <a:spcPct val="0"/>
              </a:spcAft>
              <a:buChar char="»"/>
              <a:defRPr sz="1200" kern="12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r>
              <a:rPr lang="it-IT" altLang="it-IT" sz="1100" dirty="0">
                <a:solidFill>
                  <a:schemeClr val="bg1"/>
                </a:solidFill>
              </a:rPr>
              <a:t>Pagina 8</a:t>
            </a:r>
          </a:p>
        </p:txBody>
      </p:sp>
      <p:sp>
        <p:nvSpPr>
          <p:cNvPr id="4" name="Rectangle 2">
            <a:extLst>
              <a:ext uri="{FF2B5EF4-FFF2-40B4-BE49-F238E27FC236}">
                <a16:creationId xmlns:a16="http://schemas.microsoft.com/office/drawing/2014/main" id="{08C22CE2-C3D6-2049-0DF7-E203F0E1DD6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0" y="368275"/>
            <a:ext cx="9144000" cy="5048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2400" b="1" kern="1200">
                <a:solidFill>
                  <a:srgbClr val="822433"/>
                </a:solidFill>
                <a:latin typeface="+mj-lt"/>
                <a:ea typeface="+mj-ea"/>
                <a:cs typeface="+mj-cs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822433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822433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822433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822433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822433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822433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822433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822433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algn="ctr" eaLnBrk="1" hangingPunct="1"/>
            <a:r>
              <a:rPr lang="it-IT" altLang="it-IT" dirty="0" err="1"/>
              <a:t>Decisional</a:t>
            </a:r>
            <a:r>
              <a:rPr lang="it-IT" altLang="it-IT" dirty="0"/>
              <a:t> Diffie-Hellman </a:t>
            </a:r>
            <a:r>
              <a:rPr lang="it-IT" altLang="it-IT" dirty="0" err="1"/>
              <a:t>assumption</a:t>
            </a:r>
            <a:endParaRPr lang="it-IT" altLang="it-IT" dirty="0"/>
          </a:p>
          <a:p>
            <a:pPr algn="ctr" eaLnBrk="1" hangingPunct="1"/>
            <a:endParaRPr lang="it-IT" altLang="it-IT" dirty="0"/>
          </a:p>
        </p:txBody>
      </p:sp>
      <p:sp>
        <p:nvSpPr>
          <p:cNvPr id="5" name="CasellaDiTesto 4">
            <a:extLst>
              <a:ext uri="{FF2B5EF4-FFF2-40B4-BE49-F238E27FC236}">
                <a16:creationId xmlns:a16="http://schemas.microsoft.com/office/drawing/2014/main" id="{9DB658A4-EA36-60FE-1056-DFA359AAB3FF}"/>
              </a:ext>
            </a:extLst>
          </p:cNvPr>
          <p:cNvSpPr txBox="1"/>
          <p:nvPr/>
        </p:nvSpPr>
        <p:spPr bwMode="auto">
          <a:xfrm>
            <a:off x="931762" y="1082371"/>
            <a:ext cx="7280476" cy="76944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342900" indent="-3429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22433"/>
              </a:buClr>
              <a:buFont typeface="Wingdings" panose="05000000000000000000" pitchFamily="2" charset="2"/>
              <a:buChar char="Ø"/>
            </a:pPr>
            <a:r>
              <a:rPr lang="en-US" sz="2000" dirty="0" err="1">
                <a:solidFill>
                  <a:srgbClr val="000000"/>
                </a:solidFill>
              </a:rPr>
              <a:t>Implementazione</a:t>
            </a:r>
            <a:r>
              <a:rPr lang="en-US" sz="2000" dirty="0">
                <a:solidFill>
                  <a:srgbClr val="000000"/>
                </a:solidFill>
              </a:rPr>
              <a:t> </a:t>
            </a:r>
            <a:r>
              <a:rPr lang="en-US" sz="2000" dirty="0" err="1">
                <a:solidFill>
                  <a:srgbClr val="000000"/>
                </a:solidFill>
              </a:rPr>
              <a:t>basata</a:t>
            </a:r>
            <a:r>
              <a:rPr lang="en-US" sz="2000" dirty="0">
                <a:solidFill>
                  <a:srgbClr val="000000"/>
                </a:solidFill>
              </a:rPr>
              <a:t> </a:t>
            </a:r>
            <a:r>
              <a:rPr lang="en-US" sz="2000" dirty="0" err="1">
                <a:solidFill>
                  <a:srgbClr val="000000"/>
                </a:solidFill>
              </a:rPr>
              <a:t>sulla</a:t>
            </a:r>
            <a:r>
              <a:rPr lang="en-US" sz="2000" dirty="0">
                <a:solidFill>
                  <a:srgbClr val="000000"/>
                </a:solidFill>
              </a:rPr>
              <a:t> </a:t>
            </a:r>
            <a:r>
              <a:rPr lang="en-US" sz="2000" dirty="0" err="1">
                <a:solidFill>
                  <a:srgbClr val="000000"/>
                </a:solidFill>
              </a:rPr>
              <a:t>Chaum</a:t>
            </a:r>
            <a:r>
              <a:rPr lang="en-US" sz="2000" dirty="0">
                <a:solidFill>
                  <a:srgbClr val="000000"/>
                </a:solidFill>
              </a:rPr>
              <a:t>-Pedersen ZKP.</a:t>
            </a:r>
            <a:endParaRPr lang="it-IT" sz="2000" b="0" dirty="0">
              <a:solidFill>
                <a:srgbClr val="000000"/>
              </a:solidFill>
            </a:endParaRPr>
          </a:p>
          <a:p>
            <a:pPr marL="342900" indent="-3429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22433"/>
              </a:buClr>
              <a:buFont typeface="Wingdings" panose="05000000000000000000" pitchFamily="2" charset="2"/>
              <a:buChar char="Ø"/>
            </a:pPr>
            <a:endParaRPr lang="en-US" sz="2000" b="0" dirty="0">
              <a:solidFill>
                <a:srgbClr val="000000"/>
              </a:solidFill>
            </a:endParaRPr>
          </a:p>
        </p:txBody>
      </p:sp>
      <p:pic>
        <p:nvPicPr>
          <p:cNvPr id="3" name="Immagine 2" descr="Immagine che contiene testo, Viso umano, schermata, vestiti&#10;&#10;Descrizione generata automaticamente">
            <a:extLst>
              <a:ext uri="{FF2B5EF4-FFF2-40B4-BE49-F238E27FC236}">
                <a16:creationId xmlns:a16="http://schemas.microsoft.com/office/drawing/2014/main" id="{C274FBF7-A2FD-3020-656F-93C9E4B64B2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47215" y="1821301"/>
            <a:ext cx="4602369" cy="3754394"/>
          </a:xfrm>
          <a:prstGeom prst="rect">
            <a:avLst/>
          </a:prstGeom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7" name="CasellaDiTesto 6">
                <a:extLst>
                  <a:ext uri="{FF2B5EF4-FFF2-40B4-BE49-F238E27FC236}">
                    <a16:creationId xmlns:a16="http://schemas.microsoft.com/office/drawing/2014/main" id="{E120DE80-604B-34C1-66D0-5866874FA692}"/>
                  </a:ext>
                </a:extLst>
              </p:cNvPr>
              <p:cNvSpPr txBox="1"/>
              <p:nvPr/>
            </p:nvSpPr>
            <p:spPr bwMode="auto">
              <a:xfrm>
                <a:off x="369689" y="3052034"/>
                <a:ext cx="3194613" cy="1323439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rtlCol="0" anchor="t" anchorCtr="0" compatLnSpc="1">
                <a:prstTxWarp prst="textNoShape">
                  <a:avLst/>
                </a:prstTxWarp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it-IT" sz="2000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it-IT" sz="2000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b>
                          <m:r>
                            <a:rPr lang="it-IT" sz="2000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it-IT" sz="2000" b="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it-IT" sz="2000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it-IT" sz="2000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𝑔</m:t>
                          </m:r>
                        </m:e>
                        <m:sup>
                          <m:r>
                            <a:rPr lang="it-IT" sz="2000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𝑟</m:t>
                          </m:r>
                        </m:sup>
                      </m:sSup>
                      <m:r>
                        <a:rPr lang="it-IT" sz="2000" b="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it-IT" sz="2000" b="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𝑚𝑜𝑑</m:t>
                      </m:r>
                      <m:r>
                        <a:rPr lang="it-IT" sz="2000" b="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it-IT" sz="2000" b="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𝑝</m:t>
                      </m:r>
                    </m:oMath>
                  </m:oMathPara>
                </a14:m>
                <a:endParaRPr lang="it-IT" sz="2000" b="0" dirty="0">
                  <a:solidFill>
                    <a:srgbClr val="000000"/>
                  </a:solidFill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it-IT" sz="2000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it-IT" sz="2000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b>
                          <m:r>
                            <a:rPr lang="it-IT" sz="2000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it-IT" sz="2000" b="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it-IT" sz="2000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it-IT" sz="2000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𝐵</m:t>
                          </m:r>
                        </m:e>
                        <m:sup>
                          <m:r>
                            <a:rPr lang="it-IT" sz="2000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𝑟</m:t>
                          </m:r>
                        </m:sup>
                      </m:sSup>
                      <m:r>
                        <a:rPr lang="it-IT" sz="2000" b="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it-IT" sz="2000" b="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𝑚𝑜𝑑</m:t>
                      </m:r>
                      <m:r>
                        <a:rPr lang="it-IT" sz="2000" b="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it-IT" sz="2000" b="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𝑝</m:t>
                      </m:r>
                    </m:oMath>
                  </m:oMathPara>
                </a14:m>
                <a:endParaRPr lang="it-IT" sz="2000" b="0" dirty="0">
                  <a:solidFill>
                    <a:srgbClr val="000000"/>
                  </a:solidFill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it-IT" sz="2000" b="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𝑧</m:t>
                      </m:r>
                      <m:r>
                        <a:rPr lang="it-IT" sz="2000" b="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it-IT" sz="2000" b="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𝑟</m:t>
                      </m:r>
                      <m:r>
                        <a:rPr lang="it-IT" sz="2000" b="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it-IT" sz="2000" b="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𝑎</m:t>
                      </m:r>
                      <m:r>
                        <a:rPr lang="it-IT" sz="2000" b="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∗</m:t>
                      </m:r>
                      <m:r>
                        <a:rPr lang="it-IT" sz="2000" b="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𝑠</m:t>
                      </m:r>
                      <m:r>
                        <a:rPr lang="it-IT" sz="2000" b="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it-IT" sz="2000" b="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𝑚𝑜𝑑</m:t>
                      </m:r>
                      <m:r>
                        <a:rPr lang="it-IT" sz="2000" b="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it-IT" sz="2000" b="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𝑝</m:t>
                      </m:r>
                    </m:oMath>
                  </m:oMathPara>
                </a14:m>
                <a:endParaRPr lang="en-US" sz="2000" dirty="0">
                  <a:solidFill>
                    <a:srgbClr val="000000"/>
                  </a:solidFill>
                </a:endParaRPr>
              </a:p>
              <a:p>
                <a:endParaRPr lang="en-US" sz="2000" dirty="0">
                  <a:solidFill>
                    <a:srgbClr val="000000"/>
                  </a:solidFill>
                </a:endParaRPr>
              </a:p>
            </p:txBody>
          </p:sp>
        </mc:Choice>
        <mc:Fallback>
          <p:sp>
            <p:nvSpPr>
              <p:cNvPr id="7" name="CasellaDiTesto 6">
                <a:extLst>
                  <a:ext uri="{FF2B5EF4-FFF2-40B4-BE49-F238E27FC236}">
                    <a16:creationId xmlns:a16="http://schemas.microsoft.com/office/drawing/2014/main" id="{E120DE80-604B-34C1-66D0-5866874FA69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369689" y="3052034"/>
                <a:ext cx="3194613" cy="1323439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CasellaDiTesto 7">
                <a:extLst>
                  <a:ext uri="{FF2B5EF4-FFF2-40B4-BE49-F238E27FC236}">
                    <a16:creationId xmlns:a16="http://schemas.microsoft.com/office/drawing/2014/main" id="{62BC2712-FA05-ED1C-4893-8E350D9BFD04}"/>
                  </a:ext>
                </a:extLst>
              </p:cNvPr>
              <p:cNvSpPr txBox="1"/>
              <p:nvPr/>
            </p:nvSpPr>
            <p:spPr bwMode="auto">
              <a:xfrm>
                <a:off x="594416" y="4775885"/>
                <a:ext cx="2719350" cy="707886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rtlCol="0" anchor="t" anchorCtr="0" compatLnSpc="1">
                <a:prstTxWarp prst="textNoShape">
                  <a:avLst/>
                </a:prstTxWarp>
                <a:spAutoFit/>
              </a:bodyPr>
              <a:lstStyle/>
              <a:p>
                <a:pPr marL="0" indent="0" algn="ctr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it-IT" sz="20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it-IT" sz="2000" b="0" i="1" smtClean="0">
                              <a:latin typeface="Cambria Math" panose="02040503050406030204" pitchFamily="18" charset="0"/>
                            </a:rPr>
                            <m:t>𝑔</m:t>
                          </m:r>
                        </m:e>
                        <m:sup>
                          <m:r>
                            <a:rPr lang="it-IT" sz="2000" b="0" i="1" smtClean="0">
                              <a:latin typeface="Cambria Math" panose="02040503050406030204" pitchFamily="18" charset="0"/>
                            </a:rPr>
                            <m:t>𝑧</m:t>
                          </m:r>
                        </m:sup>
                      </m:sSup>
                      <m:r>
                        <a:rPr lang="it-IT" sz="2000" b="0" i="1" smtClean="0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it-IT" sz="20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it-IT" sz="2000" b="0" i="1" smtClean="0">
                              <a:latin typeface="Cambria Math" panose="02040503050406030204" pitchFamily="18" charset="0"/>
                            </a:rPr>
                            <m:t>𝐴</m:t>
                          </m:r>
                        </m:e>
                        <m:sup>
                          <m:r>
                            <a:rPr lang="it-IT" sz="2000" b="0" i="1" smtClean="0">
                              <a:latin typeface="Cambria Math" panose="02040503050406030204" pitchFamily="18" charset="0"/>
                            </a:rPr>
                            <m:t>𝑠</m:t>
                          </m:r>
                        </m:sup>
                      </m:sSup>
                      <m:r>
                        <a:rPr lang="it-IT" sz="2000" b="0" i="1" smtClean="0">
                          <a:latin typeface="Cambria Math" panose="02040503050406030204" pitchFamily="18" charset="0"/>
                        </a:rPr>
                        <m:t>∗</m:t>
                      </m:r>
                      <m:sSub>
                        <m:sSubPr>
                          <m:ctrlPr>
                            <a:rPr lang="it-IT" sz="20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it-IT" sz="2000" b="0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b>
                          <m:r>
                            <a:rPr lang="it-IT" sz="20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it-IT" sz="2000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it-IT" sz="2000" b="0" i="1" smtClean="0">
                          <a:latin typeface="Cambria Math" panose="02040503050406030204" pitchFamily="18" charset="0"/>
                        </a:rPr>
                        <m:t>𝑚𝑜𝑑</m:t>
                      </m:r>
                      <m:r>
                        <a:rPr lang="it-IT" sz="2000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it-IT" sz="2000" b="0" i="1" smtClean="0">
                          <a:latin typeface="Cambria Math" panose="02040503050406030204" pitchFamily="18" charset="0"/>
                        </a:rPr>
                        <m:t>𝑝</m:t>
                      </m:r>
                    </m:oMath>
                  </m:oMathPara>
                </a14:m>
                <a:endParaRPr lang="en-US" sz="2000" dirty="0"/>
              </a:p>
              <a:p>
                <a:pPr marL="0" indent="0" algn="ctr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it-IT" sz="20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it-IT" sz="2000" b="0" i="1" smtClean="0">
                              <a:latin typeface="Cambria Math" panose="02040503050406030204" pitchFamily="18" charset="0"/>
                            </a:rPr>
                            <m:t>𝐵</m:t>
                          </m:r>
                        </m:e>
                        <m:sup>
                          <m:r>
                            <a:rPr lang="it-IT" sz="2000" b="0" i="1" smtClean="0">
                              <a:latin typeface="Cambria Math" panose="02040503050406030204" pitchFamily="18" charset="0"/>
                            </a:rPr>
                            <m:t>𝑧</m:t>
                          </m:r>
                        </m:sup>
                      </m:sSup>
                      <m:r>
                        <a:rPr lang="it-IT" sz="2000" b="0" i="1" smtClean="0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it-IT" sz="20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it-IT" sz="2000" b="0" i="1" smtClean="0">
                              <a:latin typeface="Cambria Math" panose="02040503050406030204" pitchFamily="18" charset="0"/>
                            </a:rPr>
                            <m:t>𝐶</m:t>
                          </m:r>
                        </m:e>
                        <m:sup>
                          <m:r>
                            <a:rPr lang="it-IT" sz="2000" b="0" i="1" smtClean="0">
                              <a:latin typeface="Cambria Math" panose="02040503050406030204" pitchFamily="18" charset="0"/>
                            </a:rPr>
                            <m:t>𝑠</m:t>
                          </m:r>
                        </m:sup>
                      </m:sSup>
                      <m:r>
                        <a:rPr lang="it-IT" sz="2000" b="0" i="1" smtClean="0">
                          <a:latin typeface="Cambria Math" panose="02040503050406030204" pitchFamily="18" charset="0"/>
                        </a:rPr>
                        <m:t> ∗</m:t>
                      </m:r>
                      <m:sSub>
                        <m:sSubPr>
                          <m:ctrlPr>
                            <a:rPr lang="it-IT" sz="20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it-IT" sz="2000" b="0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b>
                          <m:r>
                            <a:rPr lang="it-IT" sz="20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it-IT" sz="2000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it-IT" sz="2000" b="0" i="1" smtClean="0">
                          <a:latin typeface="Cambria Math" panose="02040503050406030204" pitchFamily="18" charset="0"/>
                        </a:rPr>
                        <m:t>𝑚𝑜𝑑</m:t>
                      </m:r>
                      <m:r>
                        <a:rPr lang="it-IT" sz="2000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it-IT" sz="2000" b="0" i="1" smtClean="0">
                          <a:latin typeface="Cambria Math" panose="02040503050406030204" pitchFamily="18" charset="0"/>
                        </a:rPr>
                        <m:t>𝑝</m:t>
                      </m:r>
                    </m:oMath>
                  </m:oMathPara>
                </a14:m>
                <a:endParaRPr lang="en-US" sz="2000" dirty="0"/>
              </a:p>
            </p:txBody>
          </p:sp>
        </mc:Choice>
        <mc:Fallback xmlns="">
          <p:sp>
            <p:nvSpPr>
              <p:cNvPr id="8" name="CasellaDiTesto 7">
                <a:extLst>
                  <a:ext uri="{FF2B5EF4-FFF2-40B4-BE49-F238E27FC236}">
                    <a16:creationId xmlns:a16="http://schemas.microsoft.com/office/drawing/2014/main" id="{62BC2712-FA05-ED1C-4893-8E350D9BFD0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594416" y="4775885"/>
                <a:ext cx="2719350" cy="707886"/>
              </a:xfrm>
              <a:prstGeom prst="rect">
                <a:avLst/>
              </a:prstGeom>
              <a:blipFill>
                <a:blip r:embed="rId5"/>
                <a:stretch>
                  <a:fillRect b="-5128"/>
                </a:stretch>
              </a:blipFill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69420335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spd="med">
        <p159:morph option="byObject"/>
      </p:transition>
    </mc:Choice>
    <mc:Fallback>
      <p:transition spd="med">
        <p:fade/>
      </p:transition>
    </mc:Fallback>
  </mc:AlternateContent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Segnaposto piè di pagina 4">
            <a:extLst>
              <a:ext uri="{FF2B5EF4-FFF2-40B4-BE49-F238E27FC236}">
                <a16:creationId xmlns:a16="http://schemas.microsoft.com/office/drawing/2014/main" id="{713867C7-99F0-42C1-BDF1-1330231C60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295400" y="6219825"/>
            <a:ext cx="2895600" cy="457200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rgbClr val="822433"/>
              </a:buClr>
              <a:buChar char="•"/>
              <a:defRPr sz="24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16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14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12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r>
              <a:rPr lang="it-IT" altLang="it-IT" sz="1100" dirty="0" err="1">
                <a:solidFill>
                  <a:schemeClr val="bg1"/>
                </a:solidFill>
              </a:rPr>
              <a:t>Integrating</a:t>
            </a:r>
            <a:r>
              <a:rPr lang="it-IT" altLang="it-IT" sz="1100" dirty="0">
                <a:solidFill>
                  <a:schemeClr val="bg1"/>
                </a:solidFill>
              </a:rPr>
              <a:t> Zero-Knowledge in SCAPI</a:t>
            </a:r>
          </a:p>
        </p:txBody>
      </p:sp>
      <p:sp>
        <p:nvSpPr>
          <p:cNvPr id="6" name="Segnaposto data 3">
            <a:extLst>
              <a:ext uri="{FF2B5EF4-FFF2-40B4-BE49-F238E27FC236}">
                <a16:creationId xmlns:a16="http://schemas.microsoft.com/office/drawing/2014/main" id="{55BEB4CF-D7F4-07C6-F774-7F44CFB6B3E3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343400" y="6146800"/>
            <a:ext cx="1905000" cy="457200"/>
          </a:xfrm>
        </p:spPr>
        <p:txBody>
          <a:bodyPr/>
          <a:lstStyle/>
          <a:p>
            <a:r>
              <a:rPr lang="it-IT" altLang="it-IT" dirty="0">
                <a:solidFill>
                  <a:schemeClr val="bg1"/>
                </a:solidFill>
              </a:rPr>
              <a:t>11/12/2023</a:t>
            </a:r>
          </a:p>
          <a:p>
            <a:endParaRPr lang="it-IT" altLang="it-IT" dirty="0"/>
          </a:p>
        </p:txBody>
      </p:sp>
      <p:sp>
        <p:nvSpPr>
          <p:cNvPr id="21" name="Rettangolo 20">
            <a:extLst>
              <a:ext uri="{FF2B5EF4-FFF2-40B4-BE49-F238E27FC236}">
                <a16:creationId xmlns:a16="http://schemas.microsoft.com/office/drawing/2014/main" id="{D0BA5FCB-10D6-0CD3-0772-A1B020E3967E}"/>
              </a:ext>
            </a:extLst>
          </p:cNvPr>
          <p:cNvSpPr/>
          <p:nvPr/>
        </p:nvSpPr>
        <p:spPr bwMode="auto">
          <a:xfrm>
            <a:off x="0" y="620688"/>
            <a:ext cx="3960440" cy="246224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it-IT" sz="900" b="0" i="0" u="none" strike="noStrike" cap="none" normalizeH="0" baseline="0">
              <a:ln>
                <a:noFill/>
              </a:ln>
              <a:solidFill>
                <a:schemeClr val="bg1"/>
              </a:solidFill>
              <a:effectLst/>
              <a:latin typeface="Arial" panose="020B0604020202020204" pitchFamily="34" charset="0"/>
              <a:ea typeface="ＭＳ Ｐゴシック" panose="020B0600070205080204" pitchFamily="34" charset="-128"/>
            </a:endParaRPr>
          </a:p>
        </p:txBody>
      </p:sp>
      <p:sp>
        <p:nvSpPr>
          <p:cNvPr id="2" name="Segnaposto numero diapositiva 5">
            <a:extLst>
              <a:ext uri="{FF2B5EF4-FFF2-40B4-BE49-F238E27FC236}">
                <a16:creationId xmlns:a16="http://schemas.microsoft.com/office/drawing/2014/main" id="{23CDD47C-4CEB-8639-F2E7-D6D2F85D31A7}"/>
              </a:ext>
            </a:extLst>
          </p:cNvPr>
          <p:cNvSpPr txBox="1">
            <a:spLocks/>
          </p:cNvSpPr>
          <p:nvPr/>
        </p:nvSpPr>
        <p:spPr bwMode="auto">
          <a:xfrm>
            <a:off x="6548472" y="6146800"/>
            <a:ext cx="19050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defPPr>
              <a:defRPr lang="it-IT"/>
            </a:defPPr>
            <a:lvl1pPr algn="r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22433"/>
              </a:buClr>
              <a:buChar char="•"/>
              <a:defRPr sz="2400" kern="12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 kern="12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1600" kern="12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1400" kern="12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 kern="12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defRPr>
            </a:lvl5pPr>
            <a:lvl6pPr marL="2514600" indent="-228600" algn="l" defTabSz="914400" rtl="0" eaLnBrk="0" fontAlgn="base" latinLnBrk="0" hangingPunct="0">
              <a:spcBef>
                <a:spcPct val="20000"/>
              </a:spcBef>
              <a:spcAft>
                <a:spcPct val="0"/>
              </a:spcAft>
              <a:buChar char="»"/>
              <a:defRPr sz="1200" kern="12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defRPr>
            </a:lvl6pPr>
            <a:lvl7pPr marL="2971800" indent="-228600" algn="l" defTabSz="914400" rtl="0" eaLnBrk="0" fontAlgn="base" latinLnBrk="0" hangingPunct="0">
              <a:spcBef>
                <a:spcPct val="20000"/>
              </a:spcBef>
              <a:spcAft>
                <a:spcPct val="0"/>
              </a:spcAft>
              <a:buChar char="»"/>
              <a:defRPr sz="1200" kern="12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defRPr>
            </a:lvl7pPr>
            <a:lvl8pPr marL="3429000" indent="-228600" algn="l" defTabSz="914400" rtl="0" eaLnBrk="0" fontAlgn="base" latinLnBrk="0" hangingPunct="0">
              <a:spcBef>
                <a:spcPct val="20000"/>
              </a:spcBef>
              <a:spcAft>
                <a:spcPct val="0"/>
              </a:spcAft>
              <a:buChar char="»"/>
              <a:defRPr sz="1200" kern="12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defRPr>
            </a:lvl8pPr>
            <a:lvl9pPr marL="3886200" indent="-228600" algn="l" defTabSz="914400" rtl="0" eaLnBrk="0" fontAlgn="base" latinLnBrk="0" hangingPunct="0">
              <a:spcBef>
                <a:spcPct val="20000"/>
              </a:spcBef>
              <a:spcAft>
                <a:spcPct val="0"/>
              </a:spcAft>
              <a:buChar char="»"/>
              <a:defRPr sz="1200" kern="12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r>
              <a:rPr lang="it-IT" altLang="it-IT" sz="1100" dirty="0">
                <a:solidFill>
                  <a:schemeClr val="bg1"/>
                </a:solidFill>
              </a:rPr>
              <a:t>Pagina 9 </a:t>
            </a:r>
          </a:p>
        </p:txBody>
      </p:sp>
      <p:sp>
        <p:nvSpPr>
          <p:cNvPr id="4" name="Rectangle 2">
            <a:extLst>
              <a:ext uri="{FF2B5EF4-FFF2-40B4-BE49-F238E27FC236}">
                <a16:creationId xmlns:a16="http://schemas.microsoft.com/office/drawing/2014/main" id="{08C22CE2-C3D6-2049-0DF7-E203F0E1DD6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0" y="2830523"/>
            <a:ext cx="9144000" cy="5048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2400" b="1" kern="1200">
                <a:solidFill>
                  <a:srgbClr val="822433"/>
                </a:solidFill>
                <a:latin typeface="+mj-lt"/>
                <a:ea typeface="+mj-ea"/>
                <a:cs typeface="+mj-cs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822433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822433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822433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822433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822433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822433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822433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822433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algn="ctr" eaLnBrk="1" hangingPunct="1"/>
            <a:r>
              <a:rPr lang="it-IT" altLang="it-IT" dirty="0"/>
              <a:t>Scelta del linguaggio di implementazione</a:t>
            </a:r>
          </a:p>
          <a:p>
            <a:pPr algn="ctr" eaLnBrk="1" hangingPunct="1"/>
            <a:endParaRPr lang="it-IT" altLang="it-IT" dirty="0"/>
          </a:p>
        </p:txBody>
      </p:sp>
    </p:spTree>
    <p:extLst>
      <p:ext uri="{BB962C8B-B14F-4D97-AF65-F5344CB8AC3E}">
        <p14:creationId xmlns:p14="http://schemas.microsoft.com/office/powerpoint/2010/main" val="2746369366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spd="med">
        <p159:morph option="byObject"/>
      </p:transition>
    </mc:Choice>
    <mc:Fallback>
      <p:transition spd="med">
        <p:fade/>
      </p:transition>
    </mc:Fallback>
  </mc:AlternateContent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Segnaposto piè di pagina 4">
            <a:extLst>
              <a:ext uri="{FF2B5EF4-FFF2-40B4-BE49-F238E27FC236}">
                <a16:creationId xmlns:a16="http://schemas.microsoft.com/office/drawing/2014/main" id="{713867C7-99F0-42C1-BDF1-1330231C60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295400" y="6219825"/>
            <a:ext cx="2895600" cy="457200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rgbClr val="822433"/>
              </a:buClr>
              <a:buChar char="•"/>
              <a:defRPr sz="24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16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14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12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r>
              <a:rPr lang="it-IT" altLang="it-IT" sz="1100" dirty="0" err="1">
                <a:solidFill>
                  <a:schemeClr val="bg1"/>
                </a:solidFill>
              </a:rPr>
              <a:t>Integrating</a:t>
            </a:r>
            <a:r>
              <a:rPr lang="it-IT" altLang="it-IT" sz="1100" dirty="0">
                <a:solidFill>
                  <a:schemeClr val="bg1"/>
                </a:solidFill>
              </a:rPr>
              <a:t> Zero-Knowledge in SCAPI</a:t>
            </a:r>
          </a:p>
        </p:txBody>
      </p:sp>
      <p:sp>
        <p:nvSpPr>
          <p:cNvPr id="6" name="Segnaposto data 3">
            <a:extLst>
              <a:ext uri="{FF2B5EF4-FFF2-40B4-BE49-F238E27FC236}">
                <a16:creationId xmlns:a16="http://schemas.microsoft.com/office/drawing/2014/main" id="{55BEB4CF-D7F4-07C6-F774-7F44CFB6B3E3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343400" y="6146800"/>
            <a:ext cx="1905000" cy="457200"/>
          </a:xfrm>
        </p:spPr>
        <p:txBody>
          <a:bodyPr/>
          <a:lstStyle/>
          <a:p>
            <a:r>
              <a:rPr lang="it-IT" altLang="it-IT" dirty="0">
                <a:solidFill>
                  <a:schemeClr val="bg1"/>
                </a:solidFill>
              </a:rPr>
              <a:t>11/12/2023</a:t>
            </a:r>
          </a:p>
          <a:p>
            <a:endParaRPr lang="it-IT" altLang="it-IT" dirty="0"/>
          </a:p>
        </p:txBody>
      </p:sp>
      <p:sp>
        <p:nvSpPr>
          <p:cNvPr id="21" name="Rettangolo 20">
            <a:extLst>
              <a:ext uri="{FF2B5EF4-FFF2-40B4-BE49-F238E27FC236}">
                <a16:creationId xmlns:a16="http://schemas.microsoft.com/office/drawing/2014/main" id="{D0BA5FCB-10D6-0CD3-0772-A1B020E3967E}"/>
              </a:ext>
            </a:extLst>
          </p:cNvPr>
          <p:cNvSpPr/>
          <p:nvPr/>
        </p:nvSpPr>
        <p:spPr bwMode="auto">
          <a:xfrm>
            <a:off x="0" y="620688"/>
            <a:ext cx="3960440" cy="246224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it-IT" sz="900" b="0" i="0" u="none" strike="noStrike" cap="none" normalizeH="0" baseline="0">
              <a:ln>
                <a:noFill/>
              </a:ln>
              <a:solidFill>
                <a:schemeClr val="bg1"/>
              </a:solidFill>
              <a:effectLst/>
              <a:latin typeface="Arial" panose="020B0604020202020204" pitchFamily="34" charset="0"/>
              <a:ea typeface="ＭＳ Ｐゴシック" panose="020B0600070205080204" pitchFamily="34" charset="-128"/>
            </a:endParaRPr>
          </a:p>
        </p:txBody>
      </p:sp>
      <p:sp>
        <p:nvSpPr>
          <p:cNvPr id="2" name="Segnaposto numero diapositiva 5">
            <a:extLst>
              <a:ext uri="{FF2B5EF4-FFF2-40B4-BE49-F238E27FC236}">
                <a16:creationId xmlns:a16="http://schemas.microsoft.com/office/drawing/2014/main" id="{23CDD47C-4CEB-8639-F2E7-D6D2F85D31A7}"/>
              </a:ext>
            </a:extLst>
          </p:cNvPr>
          <p:cNvSpPr txBox="1">
            <a:spLocks/>
          </p:cNvSpPr>
          <p:nvPr/>
        </p:nvSpPr>
        <p:spPr bwMode="auto">
          <a:xfrm>
            <a:off x="6548472" y="6146800"/>
            <a:ext cx="19050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defPPr>
              <a:defRPr lang="it-IT"/>
            </a:defPPr>
            <a:lvl1pPr algn="r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22433"/>
              </a:buClr>
              <a:buChar char="•"/>
              <a:defRPr sz="2400" kern="12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 kern="12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1600" kern="12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1400" kern="12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 kern="12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defRPr>
            </a:lvl5pPr>
            <a:lvl6pPr marL="2514600" indent="-228600" algn="l" defTabSz="914400" rtl="0" eaLnBrk="0" fontAlgn="base" latinLnBrk="0" hangingPunct="0">
              <a:spcBef>
                <a:spcPct val="20000"/>
              </a:spcBef>
              <a:spcAft>
                <a:spcPct val="0"/>
              </a:spcAft>
              <a:buChar char="»"/>
              <a:defRPr sz="1200" kern="12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defRPr>
            </a:lvl6pPr>
            <a:lvl7pPr marL="2971800" indent="-228600" algn="l" defTabSz="914400" rtl="0" eaLnBrk="0" fontAlgn="base" latinLnBrk="0" hangingPunct="0">
              <a:spcBef>
                <a:spcPct val="20000"/>
              </a:spcBef>
              <a:spcAft>
                <a:spcPct val="0"/>
              </a:spcAft>
              <a:buChar char="»"/>
              <a:defRPr sz="1200" kern="12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defRPr>
            </a:lvl7pPr>
            <a:lvl8pPr marL="3429000" indent="-228600" algn="l" defTabSz="914400" rtl="0" eaLnBrk="0" fontAlgn="base" latinLnBrk="0" hangingPunct="0">
              <a:spcBef>
                <a:spcPct val="20000"/>
              </a:spcBef>
              <a:spcAft>
                <a:spcPct val="0"/>
              </a:spcAft>
              <a:buChar char="»"/>
              <a:defRPr sz="1200" kern="12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defRPr>
            </a:lvl8pPr>
            <a:lvl9pPr marL="3886200" indent="-228600" algn="l" defTabSz="914400" rtl="0" eaLnBrk="0" fontAlgn="base" latinLnBrk="0" hangingPunct="0">
              <a:spcBef>
                <a:spcPct val="20000"/>
              </a:spcBef>
              <a:spcAft>
                <a:spcPct val="0"/>
              </a:spcAft>
              <a:buChar char="»"/>
              <a:defRPr sz="1200" kern="12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r>
              <a:rPr lang="it-IT" altLang="it-IT" sz="1100" dirty="0">
                <a:solidFill>
                  <a:schemeClr val="bg1"/>
                </a:solidFill>
              </a:rPr>
              <a:t>Pagina 9 </a:t>
            </a:r>
          </a:p>
        </p:txBody>
      </p:sp>
      <p:sp>
        <p:nvSpPr>
          <p:cNvPr id="4" name="Rectangle 2">
            <a:extLst>
              <a:ext uri="{FF2B5EF4-FFF2-40B4-BE49-F238E27FC236}">
                <a16:creationId xmlns:a16="http://schemas.microsoft.com/office/drawing/2014/main" id="{08C22CE2-C3D6-2049-0DF7-E203F0E1DD6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0" y="620688"/>
            <a:ext cx="9144000" cy="5048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2400" b="1" kern="1200">
                <a:solidFill>
                  <a:srgbClr val="822433"/>
                </a:solidFill>
                <a:latin typeface="+mj-lt"/>
                <a:ea typeface="+mj-ea"/>
                <a:cs typeface="+mj-cs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822433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822433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822433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822433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822433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822433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822433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822433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algn="ctr" eaLnBrk="1" hangingPunct="1"/>
            <a:r>
              <a:rPr lang="it-IT" altLang="it-IT" dirty="0"/>
              <a:t>Scelta del linguaggio di implementazione</a:t>
            </a:r>
          </a:p>
          <a:p>
            <a:pPr algn="ctr" eaLnBrk="1" hangingPunct="1"/>
            <a:endParaRPr lang="it-IT" altLang="it-IT" dirty="0"/>
          </a:p>
        </p:txBody>
      </p:sp>
      <p:sp>
        <p:nvSpPr>
          <p:cNvPr id="5" name="CasellaDiTesto 4">
            <a:extLst>
              <a:ext uri="{FF2B5EF4-FFF2-40B4-BE49-F238E27FC236}">
                <a16:creationId xmlns:a16="http://schemas.microsoft.com/office/drawing/2014/main" id="{BFBE6C26-BDFF-D206-917D-8D02EC916AF6}"/>
              </a:ext>
            </a:extLst>
          </p:cNvPr>
          <p:cNvSpPr txBox="1"/>
          <p:nvPr/>
        </p:nvSpPr>
        <p:spPr bwMode="auto">
          <a:xfrm>
            <a:off x="1158240" y="1904169"/>
            <a:ext cx="6827520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342900" indent="-3429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22433"/>
              </a:buClr>
              <a:buFont typeface="Wingdings" panose="05000000000000000000" pitchFamily="2" charset="2"/>
              <a:buChar char="Ø"/>
            </a:pPr>
            <a:r>
              <a:rPr lang="it-IT" sz="2000" dirty="0">
                <a:solidFill>
                  <a:srgbClr val="000000"/>
                </a:solidFill>
              </a:rPr>
              <a:t>Implementazione in Java, con uso della libreria SCAPI.</a:t>
            </a:r>
            <a:endParaRPr lang="en-US" sz="2000" dirty="0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607656965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spd="med">
        <p159:morph option="byObject"/>
      </p:transition>
    </mc:Choice>
    <mc:Fallback>
      <p:transition spd="med">
        <p:fade/>
      </p:transition>
    </mc:Fallback>
  </mc:AlternateContent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Segnaposto piè di pagina 4">
            <a:extLst>
              <a:ext uri="{FF2B5EF4-FFF2-40B4-BE49-F238E27FC236}">
                <a16:creationId xmlns:a16="http://schemas.microsoft.com/office/drawing/2014/main" id="{713867C7-99F0-42C1-BDF1-1330231C60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295400" y="6219825"/>
            <a:ext cx="2895600" cy="457200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rgbClr val="822433"/>
              </a:buClr>
              <a:buChar char="•"/>
              <a:defRPr sz="24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16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14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12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r>
              <a:rPr lang="it-IT" altLang="it-IT" sz="1100" dirty="0" err="1">
                <a:solidFill>
                  <a:schemeClr val="bg1"/>
                </a:solidFill>
              </a:rPr>
              <a:t>Integrating</a:t>
            </a:r>
            <a:r>
              <a:rPr lang="it-IT" altLang="it-IT" sz="1100" dirty="0">
                <a:solidFill>
                  <a:schemeClr val="bg1"/>
                </a:solidFill>
              </a:rPr>
              <a:t> Zero-Knowledge in SCAPI</a:t>
            </a:r>
          </a:p>
        </p:txBody>
      </p:sp>
      <p:sp>
        <p:nvSpPr>
          <p:cNvPr id="6" name="Segnaposto data 3">
            <a:extLst>
              <a:ext uri="{FF2B5EF4-FFF2-40B4-BE49-F238E27FC236}">
                <a16:creationId xmlns:a16="http://schemas.microsoft.com/office/drawing/2014/main" id="{55BEB4CF-D7F4-07C6-F774-7F44CFB6B3E3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343400" y="6146800"/>
            <a:ext cx="1905000" cy="457200"/>
          </a:xfrm>
        </p:spPr>
        <p:txBody>
          <a:bodyPr/>
          <a:lstStyle/>
          <a:p>
            <a:r>
              <a:rPr lang="it-IT" altLang="it-IT" dirty="0">
                <a:solidFill>
                  <a:schemeClr val="bg1"/>
                </a:solidFill>
              </a:rPr>
              <a:t>11/12/2023</a:t>
            </a:r>
          </a:p>
          <a:p>
            <a:endParaRPr lang="it-IT" altLang="it-IT" dirty="0"/>
          </a:p>
        </p:txBody>
      </p:sp>
      <p:sp>
        <p:nvSpPr>
          <p:cNvPr id="21" name="Rettangolo 20">
            <a:extLst>
              <a:ext uri="{FF2B5EF4-FFF2-40B4-BE49-F238E27FC236}">
                <a16:creationId xmlns:a16="http://schemas.microsoft.com/office/drawing/2014/main" id="{D0BA5FCB-10D6-0CD3-0772-A1B020E3967E}"/>
              </a:ext>
            </a:extLst>
          </p:cNvPr>
          <p:cNvSpPr/>
          <p:nvPr/>
        </p:nvSpPr>
        <p:spPr bwMode="auto">
          <a:xfrm>
            <a:off x="0" y="620688"/>
            <a:ext cx="3960440" cy="246224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it-IT" sz="900" b="0" i="0" u="none" strike="noStrike" cap="none" normalizeH="0" baseline="0">
              <a:ln>
                <a:noFill/>
              </a:ln>
              <a:solidFill>
                <a:schemeClr val="bg1"/>
              </a:solidFill>
              <a:effectLst/>
              <a:latin typeface="Arial" panose="020B0604020202020204" pitchFamily="34" charset="0"/>
              <a:ea typeface="ＭＳ Ｐゴシック" panose="020B0600070205080204" pitchFamily="34" charset="-128"/>
            </a:endParaRPr>
          </a:p>
        </p:txBody>
      </p:sp>
      <p:sp>
        <p:nvSpPr>
          <p:cNvPr id="2" name="Segnaposto numero diapositiva 5">
            <a:extLst>
              <a:ext uri="{FF2B5EF4-FFF2-40B4-BE49-F238E27FC236}">
                <a16:creationId xmlns:a16="http://schemas.microsoft.com/office/drawing/2014/main" id="{23CDD47C-4CEB-8639-F2E7-D6D2F85D31A7}"/>
              </a:ext>
            </a:extLst>
          </p:cNvPr>
          <p:cNvSpPr txBox="1">
            <a:spLocks/>
          </p:cNvSpPr>
          <p:nvPr/>
        </p:nvSpPr>
        <p:spPr bwMode="auto">
          <a:xfrm>
            <a:off x="6548472" y="6146800"/>
            <a:ext cx="19050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defPPr>
              <a:defRPr lang="it-IT"/>
            </a:defPPr>
            <a:lvl1pPr algn="r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22433"/>
              </a:buClr>
              <a:buChar char="•"/>
              <a:defRPr sz="2400" kern="12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 kern="12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1600" kern="12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1400" kern="12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 kern="12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defRPr>
            </a:lvl5pPr>
            <a:lvl6pPr marL="2514600" indent="-228600" algn="l" defTabSz="914400" rtl="0" eaLnBrk="0" fontAlgn="base" latinLnBrk="0" hangingPunct="0">
              <a:spcBef>
                <a:spcPct val="20000"/>
              </a:spcBef>
              <a:spcAft>
                <a:spcPct val="0"/>
              </a:spcAft>
              <a:buChar char="»"/>
              <a:defRPr sz="1200" kern="12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defRPr>
            </a:lvl6pPr>
            <a:lvl7pPr marL="2971800" indent="-228600" algn="l" defTabSz="914400" rtl="0" eaLnBrk="0" fontAlgn="base" latinLnBrk="0" hangingPunct="0">
              <a:spcBef>
                <a:spcPct val="20000"/>
              </a:spcBef>
              <a:spcAft>
                <a:spcPct val="0"/>
              </a:spcAft>
              <a:buChar char="»"/>
              <a:defRPr sz="1200" kern="12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defRPr>
            </a:lvl7pPr>
            <a:lvl8pPr marL="3429000" indent="-228600" algn="l" defTabSz="914400" rtl="0" eaLnBrk="0" fontAlgn="base" latinLnBrk="0" hangingPunct="0">
              <a:spcBef>
                <a:spcPct val="20000"/>
              </a:spcBef>
              <a:spcAft>
                <a:spcPct val="0"/>
              </a:spcAft>
              <a:buChar char="»"/>
              <a:defRPr sz="1200" kern="12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defRPr>
            </a:lvl8pPr>
            <a:lvl9pPr marL="3886200" indent="-228600" algn="l" defTabSz="914400" rtl="0" eaLnBrk="0" fontAlgn="base" latinLnBrk="0" hangingPunct="0">
              <a:spcBef>
                <a:spcPct val="20000"/>
              </a:spcBef>
              <a:spcAft>
                <a:spcPct val="0"/>
              </a:spcAft>
              <a:buChar char="»"/>
              <a:defRPr sz="1200" kern="12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r>
              <a:rPr lang="it-IT" altLang="it-IT" sz="1100" dirty="0">
                <a:solidFill>
                  <a:schemeClr val="bg1"/>
                </a:solidFill>
              </a:rPr>
              <a:t>Pagina 9 </a:t>
            </a:r>
          </a:p>
        </p:txBody>
      </p:sp>
      <p:sp>
        <p:nvSpPr>
          <p:cNvPr id="4" name="Rectangle 2">
            <a:extLst>
              <a:ext uri="{FF2B5EF4-FFF2-40B4-BE49-F238E27FC236}">
                <a16:creationId xmlns:a16="http://schemas.microsoft.com/office/drawing/2014/main" id="{08C22CE2-C3D6-2049-0DF7-E203F0E1DD6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0" y="620688"/>
            <a:ext cx="9144000" cy="5048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2400" b="1" kern="1200">
                <a:solidFill>
                  <a:srgbClr val="822433"/>
                </a:solidFill>
                <a:latin typeface="+mj-lt"/>
                <a:ea typeface="+mj-ea"/>
                <a:cs typeface="+mj-cs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822433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822433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822433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822433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822433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822433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822433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822433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algn="ctr" eaLnBrk="1" hangingPunct="1"/>
            <a:r>
              <a:rPr lang="it-IT" altLang="it-IT" dirty="0"/>
              <a:t>Scelta del linguaggio di implementazione</a:t>
            </a:r>
          </a:p>
          <a:p>
            <a:pPr algn="ctr" eaLnBrk="1" hangingPunct="1"/>
            <a:endParaRPr lang="it-IT" altLang="it-IT" dirty="0"/>
          </a:p>
        </p:txBody>
      </p:sp>
      <p:sp>
        <p:nvSpPr>
          <p:cNvPr id="5" name="CasellaDiTesto 4">
            <a:extLst>
              <a:ext uri="{FF2B5EF4-FFF2-40B4-BE49-F238E27FC236}">
                <a16:creationId xmlns:a16="http://schemas.microsoft.com/office/drawing/2014/main" id="{BFBE6C26-BDFF-D206-917D-8D02EC916AF6}"/>
              </a:ext>
            </a:extLst>
          </p:cNvPr>
          <p:cNvSpPr txBox="1"/>
          <p:nvPr/>
        </p:nvSpPr>
        <p:spPr bwMode="auto">
          <a:xfrm>
            <a:off x="1158240" y="1904169"/>
            <a:ext cx="6827520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342900" indent="-3429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22433"/>
              </a:buClr>
              <a:buFont typeface="Wingdings" panose="05000000000000000000" pitchFamily="2" charset="2"/>
              <a:buChar char="Ø"/>
            </a:pPr>
            <a:r>
              <a:rPr lang="it-IT" sz="2000" dirty="0">
                <a:solidFill>
                  <a:srgbClr val="000000"/>
                </a:solidFill>
              </a:rPr>
              <a:t>Implementazione in Java, con uso della libreria SCAPI.</a:t>
            </a:r>
            <a:endParaRPr lang="en-US" sz="2000" dirty="0">
              <a:solidFill>
                <a:srgbClr val="000000"/>
              </a:solidFill>
            </a:endParaRPr>
          </a:p>
        </p:txBody>
      </p:sp>
      <p:sp>
        <p:nvSpPr>
          <p:cNvPr id="7" name="CasellaDiTesto 6">
            <a:extLst>
              <a:ext uri="{FF2B5EF4-FFF2-40B4-BE49-F238E27FC236}">
                <a16:creationId xmlns:a16="http://schemas.microsoft.com/office/drawing/2014/main" id="{EA1DC738-3EB2-A35F-BFAD-98499B2BDFC5}"/>
              </a:ext>
            </a:extLst>
          </p:cNvPr>
          <p:cNvSpPr txBox="1"/>
          <p:nvPr/>
        </p:nvSpPr>
        <p:spPr bwMode="auto">
          <a:xfrm>
            <a:off x="1158240" y="2883231"/>
            <a:ext cx="6888480" cy="150810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342900" indent="-3429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22433"/>
              </a:buClr>
              <a:buFont typeface="Wingdings" panose="05000000000000000000" pitchFamily="2" charset="2"/>
              <a:buChar char="Ø"/>
            </a:pPr>
            <a:r>
              <a:rPr lang="it-IT" sz="2000" dirty="0">
                <a:solidFill>
                  <a:srgbClr val="000000"/>
                </a:solidFill>
              </a:rPr>
              <a:t>Prima della versione finale:</a:t>
            </a:r>
          </a:p>
          <a:p>
            <a:pPr marL="1257300" lvl="2" indent="-3429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22433"/>
              </a:buClr>
              <a:buFont typeface="Arial" panose="020B0604020202020204" pitchFamily="34" charset="0"/>
              <a:buChar char="•"/>
            </a:pPr>
            <a:r>
              <a:rPr lang="en-US" sz="2000" dirty="0" err="1">
                <a:solidFill>
                  <a:srgbClr val="000000"/>
                </a:solidFill>
              </a:rPr>
              <a:t>Prototipo</a:t>
            </a:r>
            <a:r>
              <a:rPr lang="en-US" sz="2000" dirty="0">
                <a:solidFill>
                  <a:srgbClr val="000000"/>
                </a:solidFill>
              </a:rPr>
              <a:t> in Python;</a:t>
            </a:r>
          </a:p>
          <a:p>
            <a:pPr marL="1257300" lvl="2" indent="-3429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22433"/>
              </a:buClr>
              <a:buFont typeface="Arial" panose="020B0604020202020204" pitchFamily="34" charset="0"/>
              <a:buChar char="•"/>
            </a:pPr>
            <a:r>
              <a:rPr lang="en-US" sz="2000" dirty="0" err="1">
                <a:solidFill>
                  <a:srgbClr val="000000"/>
                </a:solidFill>
              </a:rPr>
              <a:t>Versione</a:t>
            </a:r>
            <a:r>
              <a:rPr lang="en-US" sz="2000" dirty="0">
                <a:solidFill>
                  <a:srgbClr val="000000"/>
                </a:solidFill>
              </a:rPr>
              <a:t> con un solo Prover;</a:t>
            </a:r>
          </a:p>
          <a:p>
            <a:pPr marL="1257300" lvl="2" indent="-3429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22433"/>
              </a:buClr>
              <a:buFont typeface="Arial" panose="020B0604020202020204" pitchFamily="34" charset="0"/>
              <a:buChar char="•"/>
            </a:pPr>
            <a:r>
              <a:rPr lang="en-US" sz="2000" dirty="0" err="1">
                <a:solidFill>
                  <a:srgbClr val="000000"/>
                </a:solidFill>
              </a:rPr>
              <a:t>Valori</a:t>
            </a:r>
            <a:r>
              <a:rPr lang="en-US" sz="2000" dirty="0">
                <a:solidFill>
                  <a:srgbClr val="000000"/>
                </a:solidFill>
              </a:rPr>
              <a:t> </a:t>
            </a:r>
            <a:r>
              <a:rPr lang="en-US" sz="2000" dirty="0" err="1">
                <a:solidFill>
                  <a:srgbClr val="000000"/>
                </a:solidFill>
              </a:rPr>
              <a:t>piccoli</a:t>
            </a:r>
            <a:r>
              <a:rPr lang="en-US" sz="2000" dirty="0">
                <a:solidFill>
                  <a:srgbClr val="000000"/>
                </a:solidFill>
              </a:rPr>
              <a:t> e </a:t>
            </a:r>
            <a:r>
              <a:rPr lang="en-US" sz="2000" dirty="0" err="1">
                <a:solidFill>
                  <a:srgbClr val="000000"/>
                </a:solidFill>
              </a:rPr>
              <a:t>fissati</a:t>
            </a:r>
            <a:r>
              <a:rPr lang="en-US" sz="2000" dirty="0">
                <a:solidFill>
                  <a:srgbClr val="000000"/>
                </a:solidFill>
              </a:rPr>
              <a:t> di </a:t>
            </a:r>
            <a:r>
              <a:rPr lang="en-US" sz="2000" i="1" dirty="0">
                <a:solidFill>
                  <a:srgbClr val="000000"/>
                </a:solidFill>
              </a:rPr>
              <a:t>p </a:t>
            </a:r>
            <a:r>
              <a:rPr lang="en-US" sz="2000" dirty="0">
                <a:solidFill>
                  <a:srgbClr val="000000"/>
                </a:solidFill>
              </a:rPr>
              <a:t>e </a:t>
            </a:r>
            <a:r>
              <a:rPr lang="en-US" sz="2000" i="1" dirty="0">
                <a:solidFill>
                  <a:srgbClr val="000000"/>
                </a:solidFill>
              </a:rPr>
              <a:t>g.</a:t>
            </a:r>
            <a:endParaRPr lang="en-US" sz="2000" dirty="0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784533020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spd="med">
        <p159:morph option="byObject"/>
      </p:transition>
    </mc:Choice>
    <mc:Fallback>
      <p:transition spd="med">
        <p:fade/>
      </p:transition>
    </mc:Fallback>
  </mc:AlternateContent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Segnaposto piè di pagina 4">
            <a:extLst>
              <a:ext uri="{FF2B5EF4-FFF2-40B4-BE49-F238E27FC236}">
                <a16:creationId xmlns:a16="http://schemas.microsoft.com/office/drawing/2014/main" id="{713867C7-99F0-42C1-BDF1-1330231C60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295400" y="6219825"/>
            <a:ext cx="2895600" cy="457200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rgbClr val="822433"/>
              </a:buClr>
              <a:buChar char="•"/>
              <a:defRPr sz="24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16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14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12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r>
              <a:rPr lang="it-IT" altLang="it-IT" sz="1100" dirty="0" err="1">
                <a:solidFill>
                  <a:schemeClr val="bg1"/>
                </a:solidFill>
              </a:rPr>
              <a:t>Integrating</a:t>
            </a:r>
            <a:r>
              <a:rPr lang="it-IT" altLang="it-IT" sz="1100" dirty="0">
                <a:solidFill>
                  <a:schemeClr val="bg1"/>
                </a:solidFill>
              </a:rPr>
              <a:t> Zero-Knowledge in SCAPI</a:t>
            </a:r>
          </a:p>
        </p:txBody>
      </p:sp>
      <p:sp>
        <p:nvSpPr>
          <p:cNvPr id="6" name="Segnaposto data 3">
            <a:extLst>
              <a:ext uri="{FF2B5EF4-FFF2-40B4-BE49-F238E27FC236}">
                <a16:creationId xmlns:a16="http://schemas.microsoft.com/office/drawing/2014/main" id="{55BEB4CF-D7F4-07C6-F774-7F44CFB6B3E3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343400" y="6146800"/>
            <a:ext cx="1905000" cy="457200"/>
          </a:xfrm>
        </p:spPr>
        <p:txBody>
          <a:bodyPr/>
          <a:lstStyle/>
          <a:p>
            <a:r>
              <a:rPr lang="it-IT" altLang="it-IT" dirty="0">
                <a:solidFill>
                  <a:schemeClr val="bg1"/>
                </a:solidFill>
              </a:rPr>
              <a:t>11/12/2023</a:t>
            </a:r>
          </a:p>
          <a:p>
            <a:endParaRPr lang="it-IT" altLang="it-IT" dirty="0"/>
          </a:p>
        </p:txBody>
      </p:sp>
      <p:sp>
        <p:nvSpPr>
          <p:cNvPr id="21" name="Rettangolo 20">
            <a:extLst>
              <a:ext uri="{FF2B5EF4-FFF2-40B4-BE49-F238E27FC236}">
                <a16:creationId xmlns:a16="http://schemas.microsoft.com/office/drawing/2014/main" id="{D0BA5FCB-10D6-0CD3-0772-A1B020E3967E}"/>
              </a:ext>
            </a:extLst>
          </p:cNvPr>
          <p:cNvSpPr/>
          <p:nvPr/>
        </p:nvSpPr>
        <p:spPr bwMode="auto">
          <a:xfrm>
            <a:off x="0" y="620688"/>
            <a:ext cx="3960440" cy="246224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it-IT" sz="900" b="0" i="0" u="none" strike="noStrike" cap="none" normalizeH="0" baseline="0">
              <a:ln>
                <a:noFill/>
              </a:ln>
              <a:solidFill>
                <a:schemeClr val="bg1"/>
              </a:solidFill>
              <a:effectLst/>
              <a:latin typeface="Arial" panose="020B0604020202020204" pitchFamily="34" charset="0"/>
              <a:ea typeface="ＭＳ Ｐゴシック" panose="020B0600070205080204" pitchFamily="34" charset="-128"/>
            </a:endParaRPr>
          </a:p>
        </p:txBody>
      </p:sp>
      <p:sp>
        <p:nvSpPr>
          <p:cNvPr id="2" name="Segnaposto numero diapositiva 5">
            <a:extLst>
              <a:ext uri="{FF2B5EF4-FFF2-40B4-BE49-F238E27FC236}">
                <a16:creationId xmlns:a16="http://schemas.microsoft.com/office/drawing/2014/main" id="{23CDD47C-4CEB-8639-F2E7-D6D2F85D31A7}"/>
              </a:ext>
            </a:extLst>
          </p:cNvPr>
          <p:cNvSpPr txBox="1">
            <a:spLocks/>
          </p:cNvSpPr>
          <p:nvPr/>
        </p:nvSpPr>
        <p:spPr bwMode="auto">
          <a:xfrm>
            <a:off x="6548472" y="6146800"/>
            <a:ext cx="19050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defPPr>
              <a:defRPr lang="it-IT"/>
            </a:defPPr>
            <a:lvl1pPr algn="r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22433"/>
              </a:buClr>
              <a:buChar char="•"/>
              <a:defRPr sz="2400" kern="12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 kern="12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1600" kern="12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1400" kern="12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 kern="12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defRPr>
            </a:lvl5pPr>
            <a:lvl6pPr marL="2514600" indent="-228600" algn="l" defTabSz="914400" rtl="0" eaLnBrk="0" fontAlgn="base" latinLnBrk="0" hangingPunct="0">
              <a:spcBef>
                <a:spcPct val="20000"/>
              </a:spcBef>
              <a:spcAft>
                <a:spcPct val="0"/>
              </a:spcAft>
              <a:buChar char="»"/>
              <a:defRPr sz="1200" kern="12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defRPr>
            </a:lvl6pPr>
            <a:lvl7pPr marL="2971800" indent="-228600" algn="l" defTabSz="914400" rtl="0" eaLnBrk="0" fontAlgn="base" latinLnBrk="0" hangingPunct="0">
              <a:spcBef>
                <a:spcPct val="20000"/>
              </a:spcBef>
              <a:spcAft>
                <a:spcPct val="0"/>
              </a:spcAft>
              <a:buChar char="»"/>
              <a:defRPr sz="1200" kern="12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defRPr>
            </a:lvl7pPr>
            <a:lvl8pPr marL="3429000" indent="-228600" algn="l" defTabSz="914400" rtl="0" eaLnBrk="0" fontAlgn="base" latinLnBrk="0" hangingPunct="0">
              <a:spcBef>
                <a:spcPct val="20000"/>
              </a:spcBef>
              <a:spcAft>
                <a:spcPct val="0"/>
              </a:spcAft>
              <a:buChar char="»"/>
              <a:defRPr sz="1200" kern="12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defRPr>
            </a:lvl8pPr>
            <a:lvl9pPr marL="3886200" indent="-228600" algn="l" defTabSz="914400" rtl="0" eaLnBrk="0" fontAlgn="base" latinLnBrk="0" hangingPunct="0">
              <a:spcBef>
                <a:spcPct val="20000"/>
              </a:spcBef>
              <a:spcAft>
                <a:spcPct val="0"/>
              </a:spcAft>
              <a:buChar char="»"/>
              <a:defRPr sz="1200" kern="12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r>
              <a:rPr lang="it-IT" altLang="it-IT" sz="1100" dirty="0">
                <a:solidFill>
                  <a:schemeClr val="bg1"/>
                </a:solidFill>
              </a:rPr>
              <a:t>Pagina 10 </a:t>
            </a:r>
          </a:p>
        </p:txBody>
      </p:sp>
      <p:sp>
        <p:nvSpPr>
          <p:cNvPr id="4" name="Rectangle 2">
            <a:extLst>
              <a:ext uri="{FF2B5EF4-FFF2-40B4-BE49-F238E27FC236}">
                <a16:creationId xmlns:a16="http://schemas.microsoft.com/office/drawing/2014/main" id="{08C22CE2-C3D6-2049-0DF7-E203F0E1DD6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0" y="2830523"/>
            <a:ext cx="9144000" cy="5048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2400" b="1" kern="1200">
                <a:solidFill>
                  <a:srgbClr val="822433"/>
                </a:solidFill>
                <a:latin typeface="+mj-lt"/>
                <a:ea typeface="+mj-ea"/>
                <a:cs typeface="+mj-cs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822433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822433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822433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822433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822433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822433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822433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822433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algn="ctr" eaLnBrk="1" hangingPunct="1"/>
            <a:r>
              <a:rPr lang="it-IT" altLang="it-IT" dirty="0"/>
              <a:t>Implementazione - Messaggi</a:t>
            </a:r>
          </a:p>
          <a:p>
            <a:pPr algn="ctr" eaLnBrk="1" hangingPunct="1"/>
            <a:endParaRPr lang="it-IT" altLang="it-IT" dirty="0"/>
          </a:p>
        </p:txBody>
      </p:sp>
    </p:spTree>
    <p:extLst>
      <p:ext uri="{BB962C8B-B14F-4D97-AF65-F5344CB8AC3E}">
        <p14:creationId xmlns:p14="http://schemas.microsoft.com/office/powerpoint/2010/main" val="3225191823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spd="med">
        <p159:morph option="byObject"/>
      </p:transition>
    </mc:Choice>
    <mc:Fallback>
      <p:transition spd="med">
        <p:fade/>
      </p:transition>
    </mc:Fallback>
  </mc:AlternateContent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Segnaposto piè di pagina 4">
            <a:extLst>
              <a:ext uri="{FF2B5EF4-FFF2-40B4-BE49-F238E27FC236}">
                <a16:creationId xmlns:a16="http://schemas.microsoft.com/office/drawing/2014/main" id="{713867C7-99F0-42C1-BDF1-1330231C60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295400" y="6219825"/>
            <a:ext cx="2895600" cy="457200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rgbClr val="822433"/>
              </a:buClr>
              <a:buChar char="•"/>
              <a:defRPr sz="24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16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14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12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r>
              <a:rPr lang="it-IT" altLang="it-IT" sz="1100" dirty="0" err="1">
                <a:solidFill>
                  <a:schemeClr val="bg1"/>
                </a:solidFill>
              </a:rPr>
              <a:t>Integrating</a:t>
            </a:r>
            <a:r>
              <a:rPr lang="it-IT" altLang="it-IT" sz="1100" dirty="0">
                <a:solidFill>
                  <a:schemeClr val="bg1"/>
                </a:solidFill>
              </a:rPr>
              <a:t> Zero-Knowledge in SCAPI</a:t>
            </a:r>
          </a:p>
        </p:txBody>
      </p:sp>
      <p:sp>
        <p:nvSpPr>
          <p:cNvPr id="6" name="Segnaposto data 3">
            <a:extLst>
              <a:ext uri="{FF2B5EF4-FFF2-40B4-BE49-F238E27FC236}">
                <a16:creationId xmlns:a16="http://schemas.microsoft.com/office/drawing/2014/main" id="{55BEB4CF-D7F4-07C6-F774-7F44CFB6B3E3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343400" y="6146800"/>
            <a:ext cx="1905000" cy="457200"/>
          </a:xfrm>
        </p:spPr>
        <p:txBody>
          <a:bodyPr/>
          <a:lstStyle/>
          <a:p>
            <a:r>
              <a:rPr lang="it-IT" altLang="it-IT" dirty="0">
                <a:solidFill>
                  <a:schemeClr val="bg1"/>
                </a:solidFill>
              </a:rPr>
              <a:t>11/12/2023</a:t>
            </a:r>
          </a:p>
          <a:p>
            <a:endParaRPr lang="it-IT" altLang="it-IT" dirty="0"/>
          </a:p>
        </p:txBody>
      </p:sp>
      <p:sp>
        <p:nvSpPr>
          <p:cNvPr id="21" name="Rettangolo 20">
            <a:extLst>
              <a:ext uri="{FF2B5EF4-FFF2-40B4-BE49-F238E27FC236}">
                <a16:creationId xmlns:a16="http://schemas.microsoft.com/office/drawing/2014/main" id="{D0BA5FCB-10D6-0CD3-0772-A1B020E3967E}"/>
              </a:ext>
            </a:extLst>
          </p:cNvPr>
          <p:cNvSpPr/>
          <p:nvPr/>
        </p:nvSpPr>
        <p:spPr bwMode="auto">
          <a:xfrm>
            <a:off x="0" y="620688"/>
            <a:ext cx="3960440" cy="246224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it-IT" sz="900" b="0" i="0" u="none" strike="noStrike" cap="none" normalizeH="0" baseline="0">
              <a:ln>
                <a:noFill/>
              </a:ln>
              <a:solidFill>
                <a:schemeClr val="bg1"/>
              </a:solidFill>
              <a:effectLst/>
              <a:latin typeface="Arial" panose="020B0604020202020204" pitchFamily="34" charset="0"/>
              <a:ea typeface="ＭＳ Ｐゴシック" panose="020B0600070205080204" pitchFamily="34" charset="-128"/>
            </a:endParaRPr>
          </a:p>
        </p:txBody>
      </p:sp>
      <p:sp>
        <p:nvSpPr>
          <p:cNvPr id="2" name="Segnaposto numero diapositiva 5">
            <a:extLst>
              <a:ext uri="{FF2B5EF4-FFF2-40B4-BE49-F238E27FC236}">
                <a16:creationId xmlns:a16="http://schemas.microsoft.com/office/drawing/2014/main" id="{23CDD47C-4CEB-8639-F2E7-D6D2F85D31A7}"/>
              </a:ext>
            </a:extLst>
          </p:cNvPr>
          <p:cNvSpPr txBox="1">
            <a:spLocks/>
          </p:cNvSpPr>
          <p:nvPr/>
        </p:nvSpPr>
        <p:spPr bwMode="auto">
          <a:xfrm>
            <a:off x="6548472" y="6146800"/>
            <a:ext cx="19050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defPPr>
              <a:defRPr lang="it-IT"/>
            </a:defPPr>
            <a:lvl1pPr algn="r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22433"/>
              </a:buClr>
              <a:buChar char="•"/>
              <a:defRPr sz="2400" kern="12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 kern="12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1600" kern="12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1400" kern="12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 kern="12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defRPr>
            </a:lvl5pPr>
            <a:lvl6pPr marL="2514600" indent="-228600" algn="l" defTabSz="914400" rtl="0" eaLnBrk="0" fontAlgn="base" latinLnBrk="0" hangingPunct="0">
              <a:spcBef>
                <a:spcPct val="20000"/>
              </a:spcBef>
              <a:spcAft>
                <a:spcPct val="0"/>
              </a:spcAft>
              <a:buChar char="»"/>
              <a:defRPr sz="1200" kern="12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defRPr>
            </a:lvl6pPr>
            <a:lvl7pPr marL="2971800" indent="-228600" algn="l" defTabSz="914400" rtl="0" eaLnBrk="0" fontAlgn="base" latinLnBrk="0" hangingPunct="0">
              <a:spcBef>
                <a:spcPct val="20000"/>
              </a:spcBef>
              <a:spcAft>
                <a:spcPct val="0"/>
              </a:spcAft>
              <a:buChar char="»"/>
              <a:defRPr sz="1200" kern="12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defRPr>
            </a:lvl7pPr>
            <a:lvl8pPr marL="3429000" indent="-228600" algn="l" defTabSz="914400" rtl="0" eaLnBrk="0" fontAlgn="base" latinLnBrk="0" hangingPunct="0">
              <a:spcBef>
                <a:spcPct val="20000"/>
              </a:spcBef>
              <a:spcAft>
                <a:spcPct val="0"/>
              </a:spcAft>
              <a:buChar char="»"/>
              <a:defRPr sz="1200" kern="12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defRPr>
            </a:lvl8pPr>
            <a:lvl9pPr marL="3886200" indent="-228600" algn="l" defTabSz="914400" rtl="0" eaLnBrk="0" fontAlgn="base" latinLnBrk="0" hangingPunct="0">
              <a:spcBef>
                <a:spcPct val="20000"/>
              </a:spcBef>
              <a:spcAft>
                <a:spcPct val="0"/>
              </a:spcAft>
              <a:buChar char="»"/>
              <a:defRPr sz="1200" kern="12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r>
              <a:rPr lang="it-IT" altLang="it-IT" sz="1100" dirty="0">
                <a:solidFill>
                  <a:schemeClr val="bg1"/>
                </a:solidFill>
              </a:rPr>
              <a:t>Pagina 10 </a:t>
            </a:r>
          </a:p>
        </p:txBody>
      </p:sp>
      <p:sp>
        <p:nvSpPr>
          <p:cNvPr id="4" name="Rectangle 2">
            <a:extLst>
              <a:ext uri="{FF2B5EF4-FFF2-40B4-BE49-F238E27FC236}">
                <a16:creationId xmlns:a16="http://schemas.microsoft.com/office/drawing/2014/main" id="{08C22CE2-C3D6-2049-0DF7-E203F0E1DD6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0" y="620688"/>
            <a:ext cx="9144000" cy="5048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2400" b="1" kern="1200">
                <a:solidFill>
                  <a:srgbClr val="822433"/>
                </a:solidFill>
                <a:latin typeface="+mj-lt"/>
                <a:ea typeface="+mj-ea"/>
                <a:cs typeface="+mj-cs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822433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822433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822433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822433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822433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822433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822433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822433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algn="ctr" eaLnBrk="1" hangingPunct="1"/>
            <a:r>
              <a:rPr lang="it-IT" altLang="it-IT" dirty="0"/>
              <a:t>Implementazione - Messaggi</a:t>
            </a:r>
          </a:p>
          <a:p>
            <a:pPr algn="ctr" eaLnBrk="1" hangingPunct="1"/>
            <a:endParaRPr lang="it-IT" altLang="it-IT" dirty="0"/>
          </a:p>
        </p:txBody>
      </p:sp>
      <p:sp>
        <p:nvSpPr>
          <p:cNvPr id="3" name="CasellaDiTesto 2">
            <a:extLst>
              <a:ext uri="{FF2B5EF4-FFF2-40B4-BE49-F238E27FC236}">
                <a16:creationId xmlns:a16="http://schemas.microsoft.com/office/drawing/2014/main" id="{FB3B732F-35B6-F3B4-D7C7-19C5593046AE}"/>
              </a:ext>
            </a:extLst>
          </p:cNvPr>
          <p:cNvSpPr txBox="1"/>
          <p:nvPr/>
        </p:nvSpPr>
        <p:spPr bwMode="auto">
          <a:xfrm>
            <a:off x="949124" y="1539433"/>
            <a:ext cx="7504348" cy="10156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342900" indent="-3429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22433"/>
              </a:buClr>
              <a:buFont typeface="Wingdings" panose="05000000000000000000" pitchFamily="2" charset="2"/>
              <a:buChar char="Ø"/>
            </a:pPr>
            <a:r>
              <a:rPr lang="it-IT" sz="2000" dirty="0">
                <a:solidFill>
                  <a:srgbClr val="000000"/>
                </a:solidFill>
              </a:rPr>
              <a:t>Unico modo mediante il quale </a:t>
            </a:r>
            <a:r>
              <a:rPr lang="it-IT" sz="2000" dirty="0" err="1">
                <a:solidFill>
                  <a:srgbClr val="000000"/>
                </a:solidFill>
              </a:rPr>
              <a:t>Prover</a:t>
            </a:r>
            <a:r>
              <a:rPr lang="it-IT" sz="2000" dirty="0">
                <a:solidFill>
                  <a:srgbClr val="000000"/>
                </a:solidFill>
              </a:rPr>
              <a:t> e </a:t>
            </a:r>
            <a:r>
              <a:rPr lang="it-IT" sz="2000" dirty="0" err="1">
                <a:solidFill>
                  <a:srgbClr val="000000"/>
                </a:solidFill>
              </a:rPr>
              <a:t>Verifier</a:t>
            </a:r>
            <a:r>
              <a:rPr lang="it-IT" sz="2000" dirty="0">
                <a:solidFill>
                  <a:srgbClr val="000000"/>
                </a:solidFill>
              </a:rPr>
              <a:t> si interfacciano tra loro.</a:t>
            </a:r>
            <a:endParaRPr lang="en-US" sz="2000" dirty="0">
              <a:solidFill>
                <a:srgbClr val="000000"/>
              </a:solidFill>
            </a:endParaRPr>
          </a:p>
          <a:p>
            <a:pPr marL="342900" indent="-342900" algn="ctr">
              <a:buFont typeface="Wingdings" panose="05000000000000000000" pitchFamily="2" charset="2"/>
              <a:buChar char="Ø"/>
            </a:pPr>
            <a:endParaRPr lang="en-US" sz="2000" dirty="0"/>
          </a:p>
        </p:txBody>
      </p:sp>
      <p:pic>
        <p:nvPicPr>
          <p:cNvPr id="7" name="Immagine 6" descr="Immagine che contiene schermata, linea, testo, diagramma&#10;&#10;Descrizione generata automaticamente">
            <a:extLst>
              <a:ext uri="{FF2B5EF4-FFF2-40B4-BE49-F238E27FC236}">
                <a16:creationId xmlns:a16="http://schemas.microsoft.com/office/drawing/2014/main" id="{F3BAF4E4-B5CA-C560-1B5A-B1AE0C8B999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402596" y="2292508"/>
            <a:ext cx="9144000" cy="15808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95221721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spd="med">
        <p159:morph option="byObject"/>
      </p:transition>
    </mc:Choice>
    <mc:Fallback>
      <p:transition spd="med">
        <p:fade/>
      </p:transition>
    </mc:Fallback>
  </mc:AlternateContent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Segnaposto piè di pagina 4">
            <a:extLst>
              <a:ext uri="{FF2B5EF4-FFF2-40B4-BE49-F238E27FC236}">
                <a16:creationId xmlns:a16="http://schemas.microsoft.com/office/drawing/2014/main" id="{713867C7-99F0-42C1-BDF1-1330231C60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295400" y="6219825"/>
            <a:ext cx="2895600" cy="457200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rgbClr val="822433"/>
              </a:buClr>
              <a:buChar char="•"/>
              <a:defRPr sz="24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16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14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12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r>
              <a:rPr lang="it-IT" altLang="it-IT" sz="1100" dirty="0" err="1">
                <a:solidFill>
                  <a:schemeClr val="bg1"/>
                </a:solidFill>
              </a:rPr>
              <a:t>Integrating</a:t>
            </a:r>
            <a:r>
              <a:rPr lang="it-IT" altLang="it-IT" sz="1100" dirty="0">
                <a:solidFill>
                  <a:schemeClr val="bg1"/>
                </a:solidFill>
              </a:rPr>
              <a:t> Zero-Knowledge in SCAPI</a:t>
            </a:r>
          </a:p>
        </p:txBody>
      </p:sp>
      <p:sp>
        <p:nvSpPr>
          <p:cNvPr id="6" name="Segnaposto data 3">
            <a:extLst>
              <a:ext uri="{FF2B5EF4-FFF2-40B4-BE49-F238E27FC236}">
                <a16:creationId xmlns:a16="http://schemas.microsoft.com/office/drawing/2014/main" id="{55BEB4CF-D7F4-07C6-F774-7F44CFB6B3E3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343400" y="6146800"/>
            <a:ext cx="1905000" cy="457200"/>
          </a:xfrm>
        </p:spPr>
        <p:txBody>
          <a:bodyPr/>
          <a:lstStyle/>
          <a:p>
            <a:r>
              <a:rPr lang="it-IT" altLang="it-IT" dirty="0">
                <a:solidFill>
                  <a:schemeClr val="bg1"/>
                </a:solidFill>
              </a:rPr>
              <a:t>11/12/2023</a:t>
            </a:r>
          </a:p>
          <a:p>
            <a:endParaRPr lang="it-IT" altLang="it-IT" dirty="0"/>
          </a:p>
        </p:txBody>
      </p:sp>
      <p:sp>
        <p:nvSpPr>
          <p:cNvPr id="21" name="Rettangolo 20">
            <a:extLst>
              <a:ext uri="{FF2B5EF4-FFF2-40B4-BE49-F238E27FC236}">
                <a16:creationId xmlns:a16="http://schemas.microsoft.com/office/drawing/2014/main" id="{D0BA5FCB-10D6-0CD3-0772-A1B020E3967E}"/>
              </a:ext>
            </a:extLst>
          </p:cNvPr>
          <p:cNvSpPr/>
          <p:nvPr/>
        </p:nvSpPr>
        <p:spPr bwMode="auto">
          <a:xfrm>
            <a:off x="0" y="620688"/>
            <a:ext cx="3960440" cy="246224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it-IT" sz="900" b="0" i="0" u="none" strike="noStrike" cap="none" normalizeH="0" baseline="0">
              <a:ln>
                <a:noFill/>
              </a:ln>
              <a:solidFill>
                <a:schemeClr val="bg1"/>
              </a:solidFill>
              <a:effectLst/>
              <a:latin typeface="Arial" panose="020B0604020202020204" pitchFamily="34" charset="0"/>
              <a:ea typeface="ＭＳ Ｐゴシック" panose="020B0600070205080204" pitchFamily="34" charset="-128"/>
            </a:endParaRPr>
          </a:p>
        </p:txBody>
      </p:sp>
      <p:sp>
        <p:nvSpPr>
          <p:cNvPr id="2" name="Segnaposto numero diapositiva 5">
            <a:extLst>
              <a:ext uri="{FF2B5EF4-FFF2-40B4-BE49-F238E27FC236}">
                <a16:creationId xmlns:a16="http://schemas.microsoft.com/office/drawing/2014/main" id="{23CDD47C-4CEB-8639-F2E7-D6D2F85D31A7}"/>
              </a:ext>
            </a:extLst>
          </p:cNvPr>
          <p:cNvSpPr txBox="1">
            <a:spLocks/>
          </p:cNvSpPr>
          <p:nvPr/>
        </p:nvSpPr>
        <p:spPr bwMode="auto">
          <a:xfrm>
            <a:off x="6548472" y="6146800"/>
            <a:ext cx="19050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defPPr>
              <a:defRPr lang="it-IT"/>
            </a:defPPr>
            <a:lvl1pPr algn="r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22433"/>
              </a:buClr>
              <a:buChar char="•"/>
              <a:defRPr sz="2400" kern="12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 kern="12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1600" kern="12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1400" kern="12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 kern="12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defRPr>
            </a:lvl5pPr>
            <a:lvl6pPr marL="2514600" indent="-228600" algn="l" defTabSz="914400" rtl="0" eaLnBrk="0" fontAlgn="base" latinLnBrk="0" hangingPunct="0">
              <a:spcBef>
                <a:spcPct val="20000"/>
              </a:spcBef>
              <a:spcAft>
                <a:spcPct val="0"/>
              </a:spcAft>
              <a:buChar char="»"/>
              <a:defRPr sz="1200" kern="12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defRPr>
            </a:lvl6pPr>
            <a:lvl7pPr marL="2971800" indent="-228600" algn="l" defTabSz="914400" rtl="0" eaLnBrk="0" fontAlgn="base" latinLnBrk="0" hangingPunct="0">
              <a:spcBef>
                <a:spcPct val="20000"/>
              </a:spcBef>
              <a:spcAft>
                <a:spcPct val="0"/>
              </a:spcAft>
              <a:buChar char="»"/>
              <a:defRPr sz="1200" kern="12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defRPr>
            </a:lvl7pPr>
            <a:lvl8pPr marL="3429000" indent="-228600" algn="l" defTabSz="914400" rtl="0" eaLnBrk="0" fontAlgn="base" latinLnBrk="0" hangingPunct="0">
              <a:spcBef>
                <a:spcPct val="20000"/>
              </a:spcBef>
              <a:spcAft>
                <a:spcPct val="0"/>
              </a:spcAft>
              <a:buChar char="»"/>
              <a:defRPr sz="1200" kern="12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defRPr>
            </a:lvl8pPr>
            <a:lvl9pPr marL="3886200" indent="-228600" algn="l" defTabSz="914400" rtl="0" eaLnBrk="0" fontAlgn="base" latinLnBrk="0" hangingPunct="0">
              <a:spcBef>
                <a:spcPct val="20000"/>
              </a:spcBef>
              <a:spcAft>
                <a:spcPct val="0"/>
              </a:spcAft>
              <a:buChar char="»"/>
              <a:defRPr sz="1200" kern="12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r>
              <a:rPr lang="it-IT" altLang="it-IT" sz="1100" dirty="0">
                <a:solidFill>
                  <a:schemeClr val="bg1"/>
                </a:solidFill>
              </a:rPr>
              <a:t>Pagina 10 </a:t>
            </a:r>
          </a:p>
        </p:txBody>
      </p:sp>
      <p:sp>
        <p:nvSpPr>
          <p:cNvPr id="4" name="Rectangle 2">
            <a:extLst>
              <a:ext uri="{FF2B5EF4-FFF2-40B4-BE49-F238E27FC236}">
                <a16:creationId xmlns:a16="http://schemas.microsoft.com/office/drawing/2014/main" id="{08C22CE2-C3D6-2049-0DF7-E203F0E1DD6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0" y="620688"/>
            <a:ext cx="9144000" cy="5048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2400" b="1" kern="1200">
                <a:solidFill>
                  <a:srgbClr val="822433"/>
                </a:solidFill>
                <a:latin typeface="+mj-lt"/>
                <a:ea typeface="+mj-ea"/>
                <a:cs typeface="+mj-cs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822433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822433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822433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822433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822433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822433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822433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822433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algn="ctr" eaLnBrk="1" hangingPunct="1"/>
            <a:r>
              <a:rPr lang="it-IT" altLang="it-IT" dirty="0"/>
              <a:t>Implementazione - Messaggi</a:t>
            </a:r>
          </a:p>
          <a:p>
            <a:pPr algn="ctr" eaLnBrk="1" hangingPunct="1"/>
            <a:endParaRPr lang="it-IT" altLang="it-IT" dirty="0"/>
          </a:p>
        </p:txBody>
      </p:sp>
      <p:sp>
        <p:nvSpPr>
          <p:cNvPr id="3" name="CasellaDiTesto 2">
            <a:extLst>
              <a:ext uri="{FF2B5EF4-FFF2-40B4-BE49-F238E27FC236}">
                <a16:creationId xmlns:a16="http://schemas.microsoft.com/office/drawing/2014/main" id="{FB3B732F-35B6-F3B4-D7C7-19C5593046AE}"/>
              </a:ext>
            </a:extLst>
          </p:cNvPr>
          <p:cNvSpPr txBox="1"/>
          <p:nvPr/>
        </p:nvSpPr>
        <p:spPr bwMode="auto">
          <a:xfrm>
            <a:off x="949124" y="1539433"/>
            <a:ext cx="7504348" cy="10156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342900" indent="-3429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22433"/>
              </a:buClr>
              <a:buFont typeface="Wingdings" panose="05000000000000000000" pitchFamily="2" charset="2"/>
              <a:buChar char="Ø"/>
            </a:pPr>
            <a:r>
              <a:rPr lang="it-IT" sz="2000" dirty="0">
                <a:solidFill>
                  <a:srgbClr val="000000"/>
                </a:solidFill>
              </a:rPr>
              <a:t>Unico modo mediante il quale </a:t>
            </a:r>
            <a:r>
              <a:rPr lang="it-IT" sz="2000" dirty="0" err="1">
                <a:solidFill>
                  <a:srgbClr val="000000"/>
                </a:solidFill>
              </a:rPr>
              <a:t>Prover</a:t>
            </a:r>
            <a:r>
              <a:rPr lang="it-IT" sz="2000" dirty="0">
                <a:solidFill>
                  <a:srgbClr val="000000"/>
                </a:solidFill>
              </a:rPr>
              <a:t> e </a:t>
            </a:r>
            <a:r>
              <a:rPr lang="it-IT" sz="2000" dirty="0" err="1">
                <a:solidFill>
                  <a:srgbClr val="000000"/>
                </a:solidFill>
              </a:rPr>
              <a:t>Verifier</a:t>
            </a:r>
            <a:r>
              <a:rPr lang="it-IT" sz="2000" dirty="0">
                <a:solidFill>
                  <a:srgbClr val="000000"/>
                </a:solidFill>
              </a:rPr>
              <a:t> si interfacciano tra loro.</a:t>
            </a:r>
            <a:endParaRPr lang="en-US" sz="2000" dirty="0">
              <a:solidFill>
                <a:srgbClr val="000000"/>
              </a:solidFill>
            </a:endParaRPr>
          </a:p>
          <a:p>
            <a:pPr marL="342900" indent="-342900" algn="ctr">
              <a:buFont typeface="Wingdings" panose="05000000000000000000" pitchFamily="2" charset="2"/>
              <a:buChar char="Ø"/>
            </a:pPr>
            <a:endParaRPr lang="en-US" sz="2000" dirty="0"/>
          </a:p>
        </p:txBody>
      </p:sp>
      <p:pic>
        <p:nvPicPr>
          <p:cNvPr id="7" name="Immagine 6" descr="Immagine che contiene schermata, linea, testo, diagramma&#10;&#10;Descrizione generata automaticamente">
            <a:extLst>
              <a:ext uri="{FF2B5EF4-FFF2-40B4-BE49-F238E27FC236}">
                <a16:creationId xmlns:a16="http://schemas.microsoft.com/office/drawing/2014/main" id="{F3BAF4E4-B5CA-C560-1B5A-B1AE0C8B999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2292508"/>
            <a:ext cx="9144000" cy="15808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5424757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spd="med">
        <p159:morph option="byObject"/>
      </p:transition>
    </mc:Choice>
    <mc:Fallback>
      <p:transition spd="med">
        <p:fade/>
      </p:transition>
    </mc:Fallback>
  </mc:AlternateContent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Segnaposto piè di pagina 4">
            <a:extLst>
              <a:ext uri="{FF2B5EF4-FFF2-40B4-BE49-F238E27FC236}">
                <a16:creationId xmlns:a16="http://schemas.microsoft.com/office/drawing/2014/main" id="{713867C7-99F0-42C1-BDF1-1330231C60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295400" y="6219825"/>
            <a:ext cx="2895600" cy="457200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rgbClr val="822433"/>
              </a:buClr>
              <a:buChar char="•"/>
              <a:defRPr sz="24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16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14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12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r>
              <a:rPr lang="it-IT" altLang="it-IT" sz="1100" dirty="0" err="1">
                <a:solidFill>
                  <a:schemeClr val="bg1"/>
                </a:solidFill>
              </a:rPr>
              <a:t>Integrating</a:t>
            </a:r>
            <a:r>
              <a:rPr lang="it-IT" altLang="it-IT" sz="1100" dirty="0">
                <a:solidFill>
                  <a:schemeClr val="bg1"/>
                </a:solidFill>
              </a:rPr>
              <a:t> Zero-Knowledge in SCAPI</a:t>
            </a:r>
          </a:p>
        </p:txBody>
      </p:sp>
      <p:sp>
        <p:nvSpPr>
          <p:cNvPr id="6" name="Segnaposto data 3">
            <a:extLst>
              <a:ext uri="{FF2B5EF4-FFF2-40B4-BE49-F238E27FC236}">
                <a16:creationId xmlns:a16="http://schemas.microsoft.com/office/drawing/2014/main" id="{55BEB4CF-D7F4-07C6-F774-7F44CFB6B3E3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343400" y="6146800"/>
            <a:ext cx="1905000" cy="457200"/>
          </a:xfrm>
        </p:spPr>
        <p:txBody>
          <a:bodyPr/>
          <a:lstStyle/>
          <a:p>
            <a:r>
              <a:rPr lang="it-IT" altLang="it-IT" dirty="0">
                <a:solidFill>
                  <a:schemeClr val="bg1"/>
                </a:solidFill>
              </a:rPr>
              <a:t>11/12/2023</a:t>
            </a:r>
          </a:p>
          <a:p>
            <a:endParaRPr lang="it-IT" altLang="it-IT" dirty="0"/>
          </a:p>
        </p:txBody>
      </p:sp>
      <p:sp>
        <p:nvSpPr>
          <p:cNvPr id="21" name="Rettangolo 20">
            <a:extLst>
              <a:ext uri="{FF2B5EF4-FFF2-40B4-BE49-F238E27FC236}">
                <a16:creationId xmlns:a16="http://schemas.microsoft.com/office/drawing/2014/main" id="{D0BA5FCB-10D6-0CD3-0772-A1B020E3967E}"/>
              </a:ext>
            </a:extLst>
          </p:cNvPr>
          <p:cNvSpPr/>
          <p:nvPr/>
        </p:nvSpPr>
        <p:spPr bwMode="auto">
          <a:xfrm>
            <a:off x="0" y="620688"/>
            <a:ext cx="3960440" cy="246224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it-IT" sz="900" b="0" i="0" u="none" strike="noStrike" cap="none" normalizeH="0" baseline="0">
              <a:ln>
                <a:noFill/>
              </a:ln>
              <a:solidFill>
                <a:schemeClr val="bg1"/>
              </a:solidFill>
              <a:effectLst/>
              <a:latin typeface="Arial" panose="020B0604020202020204" pitchFamily="34" charset="0"/>
              <a:ea typeface="ＭＳ Ｐゴシック" panose="020B0600070205080204" pitchFamily="34" charset="-128"/>
            </a:endParaRPr>
          </a:p>
        </p:txBody>
      </p:sp>
      <p:sp>
        <p:nvSpPr>
          <p:cNvPr id="2" name="Segnaposto numero diapositiva 5">
            <a:extLst>
              <a:ext uri="{FF2B5EF4-FFF2-40B4-BE49-F238E27FC236}">
                <a16:creationId xmlns:a16="http://schemas.microsoft.com/office/drawing/2014/main" id="{23CDD47C-4CEB-8639-F2E7-D6D2F85D31A7}"/>
              </a:ext>
            </a:extLst>
          </p:cNvPr>
          <p:cNvSpPr txBox="1">
            <a:spLocks/>
          </p:cNvSpPr>
          <p:nvPr/>
        </p:nvSpPr>
        <p:spPr bwMode="auto">
          <a:xfrm>
            <a:off x="6548472" y="6146800"/>
            <a:ext cx="19050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defPPr>
              <a:defRPr lang="it-IT"/>
            </a:defPPr>
            <a:lvl1pPr algn="r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22433"/>
              </a:buClr>
              <a:buChar char="•"/>
              <a:defRPr sz="2400" kern="12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 kern="12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1600" kern="12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1400" kern="12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 kern="12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defRPr>
            </a:lvl5pPr>
            <a:lvl6pPr marL="2514600" indent="-228600" algn="l" defTabSz="914400" rtl="0" eaLnBrk="0" fontAlgn="base" latinLnBrk="0" hangingPunct="0">
              <a:spcBef>
                <a:spcPct val="20000"/>
              </a:spcBef>
              <a:spcAft>
                <a:spcPct val="0"/>
              </a:spcAft>
              <a:buChar char="»"/>
              <a:defRPr sz="1200" kern="12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defRPr>
            </a:lvl6pPr>
            <a:lvl7pPr marL="2971800" indent="-228600" algn="l" defTabSz="914400" rtl="0" eaLnBrk="0" fontAlgn="base" latinLnBrk="0" hangingPunct="0">
              <a:spcBef>
                <a:spcPct val="20000"/>
              </a:spcBef>
              <a:spcAft>
                <a:spcPct val="0"/>
              </a:spcAft>
              <a:buChar char="»"/>
              <a:defRPr sz="1200" kern="12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defRPr>
            </a:lvl7pPr>
            <a:lvl8pPr marL="3429000" indent="-228600" algn="l" defTabSz="914400" rtl="0" eaLnBrk="0" fontAlgn="base" latinLnBrk="0" hangingPunct="0">
              <a:spcBef>
                <a:spcPct val="20000"/>
              </a:spcBef>
              <a:spcAft>
                <a:spcPct val="0"/>
              </a:spcAft>
              <a:buChar char="»"/>
              <a:defRPr sz="1200" kern="12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defRPr>
            </a:lvl8pPr>
            <a:lvl9pPr marL="3886200" indent="-228600" algn="l" defTabSz="914400" rtl="0" eaLnBrk="0" fontAlgn="base" latinLnBrk="0" hangingPunct="0">
              <a:spcBef>
                <a:spcPct val="20000"/>
              </a:spcBef>
              <a:spcAft>
                <a:spcPct val="0"/>
              </a:spcAft>
              <a:buChar char="»"/>
              <a:defRPr sz="1200" kern="12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r>
              <a:rPr lang="it-IT" altLang="it-IT" sz="1100" dirty="0">
                <a:solidFill>
                  <a:schemeClr val="bg1"/>
                </a:solidFill>
              </a:rPr>
              <a:t>Pagina 10 </a:t>
            </a:r>
          </a:p>
        </p:txBody>
      </p:sp>
      <p:sp>
        <p:nvSpPr>
          <p:cNvPr id="4" name="Rectangle 2">
            <a:extLst>
              <a:ext uri="{FF2B5EF4-FFF2-40B4-BE49-F238E27FC236}">
                <a16:creationId xmlns:a16="http://schemas.microsoft.com/office/drawing/2014/main" id="{08C22CE2-C3D6-2049-0DF7-E203F0E1DD6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0" y="620688"/>
            <a:ext cx="9144000" cy="5048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2400" b="1" kern="1200">
                <a:solidFill>
                  <a:srgbClr val="822433"/>
                </a:solidFill>
                <a:latin typeface="+mj-lt"/>
                <a:ea typeface="+mj-ea"/>
                <a:cs typeface="+mj-cs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822433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822433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822433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822433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822433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822433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822433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822433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algn="ctr" eaLnBrk="1" hangingPunct="1"/>
            <a:r>
              <a:rPr lang="it-IT" altLang="it-IT" dirty="0"/>
              <a:t>Implementazione - Messaggi</a:t>
            </a:r>
          </a:p>
          <a:p>
            <a:pPr algn="ctr" eaLnBrk="1" hangingPunct="1"/>
            <a:endParaRPr lang="it-IT" altLang="it-IT" dirty="0"/>
          </a:p>
        </p:txBody>
      </p:sp>
      <p:sp>
        <p:nvSpPr>
          <p:cNvPr id="3" name="CasellaDiTesto 2">
            <a:extLst>
              <a:ext uri="{FF2B5EF4-FFF2-40B4-BE49-F238E27FC236}">
                <a16:creationId xmlns:a16="http://schemas.microsoft.com/office/drawing/2014/main" id="{FB3B732F-35B6-F3B4-D7C7-19C5593046AE}"/>
              </a:ext>
            </a:extLst>
          </p:cNvPr>
          <p:cNvSpPr txBox="1"/>
          <p:nvPr/>
        </p:nvSpPr>
        <p:spPr bwMode="auto">
          <a:xfrm>
            <a:off x="949124" y="1539433"/>
            <a:ext cx="7504348" cy="10156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342900" indent="-3429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22433"/>
              </a:buClr>
              <a:buFont typeface="Wingdings" panose="05000000000000000000" pitchFamily="2" charset="2"/>
              <a:buChar char="Ø"/>
            </a:pPr>
            <a:r>
              <a:rPr lang="it-IT" sz="2000" dirty="0">
                <a:solidFill>
                  <a:srgbClr val="000000"/>
                </a:solidFill>
              </a:rPr>
              <a:t>Unico modo mediante il quale </a:t>
            </a:r>
            <a:r>
              <a:rPr lang="it-IT" sz="2000" dirty="0" err="1">
                <a:solidFill>
                  <a:srgbClr val="000000"/>
                </a:solidFill>
              </a:rPr>
              <a:t>Prover</a:t>
            </a:r>
            <a:r>
              <a:rPr lang="it-IT" sz="2000" dirty="0">
                <a:solidFill>
                  <a:srgbClr val="000000"/>
                </a:solidFill>
              </a:rPr>
              <a:t> e </a:t>
            </a:r>
            <a:r>
              <a:rPr lang="it-IT" sz="2000" dirty="0" err="1">
                <a:solidFill>
                  <a:srgbClr val="000000"/>
                </a:solidFill>
              </a:rPr>
              <a:t>Verifier</a:t>
            </a:r>
            <a:r>
              <a:rPr lang="it-IT" sz="2000" dirty="0">
                <a:solidFill>
                  <a:srgbClr val="000000"/>
                </a:solidFill>
              </a:rPr>
              <a:t> si interfacciano tra loro.</a:t>
            </a:r>
            <a:endParaRPr lang="en-US" sz="2000" dirty="0">
              <a:solidFill>
                <a:srgbClr val="000000"/>
              </a:solidFill>
            </a:endParaRPr>
          </a:p>
          <a:p>
            <a:pPr marL="342900" indent="-342900" algn="ctr">
              <a:buFont typeface="Wingdings" panose="05000000000000000000" pitchFamily="2" charset="2"/>
              <a:buChar char="Ø"/>
            </a:pPr>
            <a:endParaRPr lang="en-US" sz="2000" dirty="0"/>
          </a:p>
        </p:txBody>
      </p:sp>
      <p:pic>
        <p:nvPicPr>
          <p:cNvPr id="7" name="Immagine 6" descr="Immagine che contiene schermata, linea, testo, diagramma&#10;&#10;Descrizione generata automaticamente">
            <a:extLst>
              <a:ext uri="{FF2B5EF4-FFF2-40B4-BE49-F238E27FC236}">
                <a16:creationId xmlns:a16="http://schemas.microsoft.com/office/drawing/2014/main" id="{F3BAF4E4-B5CA-C560-1B5A-B1AE0C8B999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2292508"/>
            <a:ext cx="9144000" cy="1580855"/>
          </a:xfrm>
          <a:prstGeom prst="rect">
            <a:avLst/>
          </a:prstGeom>
        </p:spPr>
      </p:pic>
      <p:sp>
        <p:nvSpPr>
          <p:cNvPr id="10" name="CasellaDiTesto 9">
            <a:extLst>
              <a:ext uri="{FF2B5EF4-FFF2-40B4-BE49-F238E27FC236}">
                <a16:creationId xmlns:a16="http://schemas.microsoft.com/office/drawing/2014/main" id="{D369671A-1692-4E75-8DA7-B7A0990C94F9}"/>
              </a:ext>
            </a:extLst>
          </p:cNvPr>
          <p:cNvSpPr txBox="1"/>
          <p:nvPr/>
        </p:nvSpPr>
        <p:spPr bwMode="auto">
          <a:xfrm>
            <a:off x="949124" y="4302904"/>
            <a:ext cx="6325436" cy="138499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342900" indent="-3429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22433"/>
              </a:buClr>
              <a:buFont typeface="Wingdings" panose="05000000000000000000" pitchFamily="2" charset="2"/>
              <a:buChar char="Ø"/>
            </a:pPr>
            <a:r>
              <a:rPr lang="it-IT" sz="2000" dirty="0" err="1">
                <a:solidFill>
                  <a:srgbClr val="000000"/>
                </a:solidFill>
              </a:rPr>
              <a:t>ProverProofMessage</a:t>
            </a:r>
            <a:r>
              <a:rPr lang="it-IT" sz="2000" dirty="0">
                <a:solidFill>
                  <a:srgbClr val="000000"/>
                </a:solidFill>
              </a:rPr>
              <a:t> implementa l’interfaccia SCAPI </a:t>
            </a:r>
            <a:r>
              <a:rPr lang="it-IT" sz="2000" dirty="0" err="1">
                <a:solidFill>
                  <a:srgbClr val="000000"/>
                </a:solidFill>
              </a:rPr>
              <a:t>ZKCommonInput</a:t>
            </a:r>
            <a:r>
              <a:rPr lang="it-IT" sz="2000" dirty="0">
                <a:solidFill>
                  <a:srgbClr val="000000"/>
                </a:solidFill>
              </a:rPr>
              <a:t>.</a:t>
            </a:r>
          </a:p>
          <a:p>
            <a:pPr marL="342900" indent="-3429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22433"/>
              </a:buClr>
              <a:buFont typeface="Wingdings" panose="05000000000000000000" pitchFamily="2" charset="2"/>
              <a:buChar char="Ø"/>
            </a:pPr>
            <a:r>
              <a:rPr lang="en-US" sz="2000" dirty="0" err="1">
                <a:solidFill>
                  <a:srgbClr val="000000"/>
                </a:solidFill>
              </a:rPr>
              <a:t>VerifierChallengeMessage</a:t>
            </a:r>
            <a:r>
              <a:rPr lang="en-US" sz="2000" dirty="0">
                <a:solidFill>
                  <a:srgbClr val="000000"/>
                </a:solidFill>
              </a:rPr>
              <a:t> </a:t>
            </a:r>
            <a:r>
              <a:rPr lang="en-US" sz="2000" dirty="0" err="1">
                <a:solidFill>
                  <a:srgbClr val="000000"/>
                </a:solidFill>
              </a:rPr>
              <a:t>implementa</a:t>
            </a:r>
            <a:r>
              <a:rPr lang="en-US" sz="2000" dirty="0">
                <a:solidFill>
                  <a:srgbClr val="000000"/>
                </a:solidFill>
              </a:rPr>
              <a:t> </a:t>
            </a:r>
            <a:r>
              <a:rPr lang="en-US" sz="2000" dirty="0" err="1">
                <a:solidFill>
                  <a:srgbClr val="000000"/>
                </a:solidFill>
              </a:rPr>
              <a:t>invece</a:t>
            </a:r>
            <a:r>
              <a:rPr lang="en-US" sz="2000" dirty="0">
                <a:solidFill>
                  <a:srgbClr val="000000"/>
                </a:solidFill>
              </a:rPr>
              <a:t> </a:t>
            </a:r>
            <a:r>
              <a:rPr lang="en-US" sz="2000" dirty="0" err="1">
                <a:solidFill>
                  <a:srgbClr val="000000"/>
                </a:solidFill>
              </a:rPr>
              <a:t>l’interfaccia</a:t>
            </a:r>
            <a:r>
              <a:rPr lang="en-US" sz="2000" dirty="0">
                <a:solidFill>
                  <a:srgbClr val="000000"/>
                </a:solidFill>
              </a:rPr>
              <a:t> </a:t>
            </a:r>
            <a:r>
              <a:rPr lang="en-US" sz="2000" dirty="0" err="1">
                <a:solidFill>
                  <a:srgbClr val="000000"/>
                </a:solidFill>
              </a:rPr>
              <a:t>ZKProverInput</a:t>
            </a:r>
            <a:r>
              <a:rPr lang="en-US" sz="2000" dirty="0">
                <a:solidFill>
                  <a:srgbClr val="000000"/>
                </a:solidFill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953791373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spd="med">
        <p159:morph option="byObject"/>
      </p:transition>
    </mc:Choice>
    <mc:Fallback>
      <p:transition spd="med">
        <p:fade/>
      </p:transition>
    </mc:Fallback>
  </mc:AlternateContent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Segnaposto piè di pagina 4">
            <a:extLst>
              <a:ext uri="{FF2B5EF4-FFF2-40B4-BE49-F238E27FC236}">
                <a16:creationId xmlns:a16="http://schemas.microsoft.com/office/drawing/2014/main" id="{713867C7-99F0-42C1-BDF1-1330231C60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295400" y="6219825"/>
            <a:ext cx="2895600" cy="457200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rgbClr val="822433"/>
              </a:buClr>
              <a:buChar char="•"/>
              <a:defRPr sz="24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16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14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12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r>
              <a:rPr lang="it-IT" altLang="it-IT" sz="1100" dirty="0" err="1">
                <a:solidFill>
                  <a:schemeClr val="bg1"/>
                </a:solidFill>
              </a:rPr>
              <a:t>Integrating</a:t>
            </a:r>
            <a:r>
              <a:rPr lang="it-IT" altLang="it-IT" sz="1100" dirty="0">
                <a:solidFill>
                  <a:schemeClr val="bg1"/>
                </a:solidFill>
              </a:rPr>
              <a:t> Zero-Knowledge in SCAPI</a:t>
            </a:r>
          </a:p>
        </p:txBody>
      </p:sp>
      <p:sp>
        <p:nvSpPr>
          <p:cNvPr id="6" name="Segnaposto data 3">
            <a:extLst>
              <a:ext uri="{FF2B5EF4-FFF2-40B4-BE49-F238E27FC236}">
                <a16:creationId xmlns:a16="http://schemas.microsoft.com/office/drawing/2014/main" id="{55BEB4CF-D7F4-07C6-F774-7F44CFB6B3E3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343400" y="6146800"/>
            <a:ext cx="1905000" cy="457200"/>
          </a:xfrm>
        </p:spPr>
        <p:txBody>
          <a:bodyPr/>
          <a:lstStyle/>
          <a:p>
            <a:r>
              <a:rPr lang="it-IT" altLang="it-IT" dirty="0">
                <a:solidFill>
                  <a:schemeClr val="bg1"/>
                </a:solidFill>
              </a:rPr>
              <a:t>11/12/2023</a:t>
            </a:r>
          </a:p>
          <a:p>
            <a:endParaRPr lang="it-IT" altLang="it-IT" dirty="0"/>
          </a:p>
        </p:txBody>
      </p:sp>
      <p:sp>
        <p:nvSpPr>
          <p:cNvPr id="21" name="Rettangolo 20">
            <a:extLst>
              <a:ext uri="{FF2B5EF4-FFF2-40B4-BE49-F238E27FC236}">
                <a16:creationId xmlns:a16="http://schemas.microsoft.com/office/drawing/2014/main" id="{D0BA5FCB-10D6-0CD3-0772-A1B020E3967E}"/>
              </a:ext>
            </a:extLst>
          </p:cNvPr>
          <p:cNvSpPr/>
          <p:nvPr/>
        </p:nvSpPr>
        <p:spPr bwMode="auto">
          <a:xfrm>
            <a:off x="0" y="620688"/>
            <a:ext cx="3960440" cy="246224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it-IT" sz="900" b="0" i="0" u="none" strike="noStrike" cap="none" normalizeH="0" baseline="0">
              <a:ln>
                <a:noFill/>
              </a:ln>
              <a:solidFill>
                <a:schemeClr val="bg1"/>
              </a:solidFill>
              <a:effectLst/>
              <a:latin typeface="Arial" panose="020B0604020202020204" pitchFamily="34" charset="0"/>
              <a:ea typeface="ＭＳ Ｐゴシック" panose="020B0600070205080204" pitchFamily="34" charset="-128"/>
            </a:endParaRPr>
          </a:p>
        </p:txBody>
      </p:sp>
      <p:sp>
        <p:nvSpPr>
          <p:cNvPr id="2" name="Segnaposto numero diapositiva 5">
            <a:extLst>
              <a:ext uri="{FF2B5EF4-FFF2-40B4-BE49-F238E27FC236}">
                <a16:creationId xmlns:a16="http://schemas.microsoft.com/office/drawing/2014/main" id="{23CDD47C-4CEB-8639-F2E7-D6D2F85D31A7}"/>
              </a:ext>
            </a:extLst>
          </p:cNvPr>
          <p:cNvSpPr txBox="1">
            <a:spLocks/>
          </p:cNvSpPr>
          <p:nvPr/>
        </p:nvSpPr>
        <p:spPr bwMode="auto">
          <a:xfrm>
            <a:off x="6548472" y="6146800"/>
            <a:ext cx="19050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defPPr>
              <a:defRPr lang="it-IT"/>
            </a:defPPr>
            <a:lvl1pPr algn="r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22433"/>
              </a:buClr>
              <a:buChar char="•"/>
              <a:defRPr sz="2400" kern="12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 kern="12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1600" kern="12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1400" kern="12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 kern="12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defRPr>
            </a:lvl5pPr>
            <a:lvl6pPr marL="2514600" indent="-228600" algn="l" defTabSz="914400" rtl="0" eaLnBrk="0" fontAlgn="base" latinLnBrk="0" hangingPunct="0">
              <a:spcBef>
                <a:spcPct val="20000"/>
              </a:spcBef>
              <a:spcAft>
                <a:spcPct val="0"/>
              </a:spcAft>
              <a:buChar char="»"/>
              <a:defRPr sz="1200" kern="12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defRPr>
            </a:lvl6pPr>
            <a:lvl7pPr marL="2971800" indent="-228600" algn="l" defTabSz="914400" rtl="0" eaLnBrk="0" fontAlgn="base" latinLnBrk="0" hangingPunct="0">
              <a:spcBef>
                <a:spcPct val="20000"/>
              </a:spcBef>
              <a:spcAft>
                <a:spcPct val="0"/>
              </a:spcAft>
              <a:buChar char="»"/>
              <a:defRPr sz="1200" kern="12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defRPr>
            </a:lvl7pPr>
            <a:lvl8pPr marL="3429000" indent="-228600" algn="l" defTabSz="914400" rtl="0" eaLnBrk="0" fontAlgn="base" latinLnBrk="0" hangingPunct="0">
              <a:spcBef>
                <a:spcPct val="20000"/>
              </a:spcBef>
              <a:spcAft>
                <a:spcPct val="0"/>
              </a:spcAft>
              <a:buChar char="»"/>
              <a:defRPr sz="1200" kern="12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defRPr>
            </a:lvl8pPr>
            <a:lvl9pPr marL="3886200" indent="-228600" algn="l" defTabSz="914400" rtl="0" eaLnBrk="0" fontAlgn="base" latinLnBrk="0" hangingPunct="0">
              <a:spcBef>
                <a:spcPct val="20000"/>
              </a:spcBef>
              <a:spcAft>
                <a:spcPct val="0"/>
              </a:spcAft>
              <a:buChar char="»"/>
              <a:defRPr sz="1200" kern="12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r>
              <a:rPr lang="it-IT" altLang="it-IT" sz="1100" dirty="0">
                <a:solidFill>
                  <a:schemeClr val="bg1"/>
                </a:solidFill>
              </a:rPr>
              <a:t>Pagina 11 </a:t>
            </a:r>
          </a:p>
        </p:txBody>
      </p:sp>
      <p:sp>
        <p:nvSpPr>
          <p:cNvPr id="4" name="Rectangle 2">
            <a:extLst>
              <a:ext uri="{FF2B5EF4-FFF2-40B4-BE49-F238E27FC236}">
                <a16:creationId xmlns:a16="http://schemas.microsoft.com/office/drawing/2014/main" id="{08C22CE2-C3D6-2049-0DF7-E203F0E1DD6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0" y="2830523"/>
            <a:ext cx="9144000" cy="5048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2400" b="1" kern="1200">
                <a:solidFill>
                  <a:srgbClr val="822433"/>
                </a:solidFill>
                <a:latin typeface="+mj-lt"/>
                <a:ea typeface="+mj-ea"/>
                <a:cs typeface="+mj-cs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822433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822433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822433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822433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822433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822433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822433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822433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algn="ctr" eaLnBrk="1" hangingPunct="1"/>
            <a:r>
              <a:rPr lang="it-IT" altLang="it-IT" dirty="0"/>
              <a:t>Implementazione </a:t>
            </a:r>
          </a:p>
          <a:p>
            <a:pPr algn="ctr" eaLnBrk="1" hangingPunct="1"/>
            <a:endParaRPr lang="it-IT" altLang="it-IT" dirty="0"/>
          </a:p>
        </p:txBody>
      </p:sp>
    </p:spTree>
    <p:extLst>
      <p:ext uri="{BB962C8B-B14F-4D97-AF65-F5344CB8AC3E}">
        <p14:creationId xmlns:p14="http://schemas.microsoft.com/office/powerpoint/2010/main" val="3274514131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spd="med">
        <p159:morph option="byObject"/>
      </p:transition>
    </mc:Choice>
    <mc:Fallback>
      <p:transition spd="med">
        <p:fade/>
      </p:transition>
    </mc:Fallback>
  </mc:AlternateContent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Segnaposto piè di pagina 4">
            <a:extLst>
              <a:ext uri="{FF2B5EF4-FFF2-40B4-BE49-F238E27FC236}">
                <a16:creationId xmlns:a16="http://schemas.microsoft.com/office/drawing/2014/main" id="{713867C7-99F0-42C1-BDF1-1330231C60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295400" y="6219825"/>
            <a:ext cx="2895600" cy="457200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rgbClr val="822433"/>
              </a:buClr>
              <a:buChar char="•"/>
              <a:defRPr sz="24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16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14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12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r>
              <a:rPr lang="it-IT" altLang="it-IT" sz="1100" dirty="0" err="1">
                <a:solidFill>
                  <a:schemeClr val="bg1"/>
                </a:solidFill>
              </a:rPr>
              <a:t>Integrating</a:t>
            </a:r>
            <a:r>
              <a:rPr lang="it-IT" altLang="it-IT" sz="1100" dirty="0">
                <a:solidFill>
                  <a:schemeClr val="bg1"/>
                </a:solidFill>
              </a:rPr>
              <a:t> Zero-Knowledge in SCAPI</a:t>
            </a:r>
          </a:p>
        </p:txBody>
      </p:sp>
      <p:sp>
        <p:nvSpPr>
          <p:cNvPr id="6" name="Segnaposto data 3">
            <a:extLst>
              <a:ext uri="{FF2B5EF4-FFF2-40B4-BE49-F238E27FC236}">
                <a16:creationId xmlns:a16="http://schemas.microsoft.com/office/drawing/2014/main" id="{55BEB4CF-D7F4-07C6-F774-7F44CFB6B3E3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343400" y="6146800"/>
            <a:ext cx="1905000" cy="457200"/>
          </a:xfrm>
        </p:spPr>
        <p:txBody>
          <a:bodyPr/>
          <a:lstStyle/>
          <a:p>
            <a:r>
              <a:rPr lang="it-IT" altLang="it-IT" dirty="0">
                <a:solidFill>
                  <a:schemeClr val="bg1"/>
                </a:solidFill>
              </a:rPr>
              <a:t>11/12/2023</a:t>
            </a:r>
          </a:p>
          <a:p>
            <a:endParaRPr lang="it-IT" altLang="it-IT" dirty="0"/>
          </a:p>
        </p:txBody>
      </p:sp>
      <p:sp>
        <p:nvSpPr>
          <p:cNvPr id="21" name="Rettangolo 20">
            <a:extLst>
              <a:ext uri="{FF2B5EF4-FFF2-40B4-BE49-F238E27FC236}">
                <a16:creationId xmlns:a16="http://schemas.microsoft.com/office/drawing/2014/main" id="{D0BA5FCB-10D6-0CD3-0772-A1B020E3967E}"/>
              </a:ext>
            </a:extLst>
          </p:cNvPr>
          <p:cNvSpPr/>
          <p:nvPr/>
        </p:nvSpPr>
        <p:spPr bwMode="auto">
          <a:xfrm>
            <a:off x="0" y="620688"/>
            <a:ext cx="3960440" cy="246224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it-IT" sz="900" b="0" i="0" u="none" strike="noStrike" cap="none" normalizeH="0" baseline="0">
              <a:ln>
                <a:noFill/>
              </a:ln>
              <a:solidFill>
                <a:schemeClr val="bg1"/>
              </a:solidFill>
              <a:effectLst/>
              <a:latin typeface="Arial" panose="020B0604020202020204" pitchFamily="34" charset="0"/>
              <a:ea typeface="ＭＳ Ｐゴシック" panose="020B0600070205080204" pitchFamily="34" charset="-128"/>
            </a:endParaRPr>
          </a:p>
        </p:txBody>
      </p:sp>
      <p:sp>
        <p:nvSpPr>
          <p:cNvPr id="2" name="Segnaposto numero diapositiva 5">
            <a:extLst>
              <a:ext uri="{FF2B5EF4-FFF2-40B4-BE49-F238E27FC236}">
                <a16:creationId xmlns:a16="http://schemas.microsoft.com/office/drawing/2014/main" id="{23CDD47C-4CEB-8639-F2E7-D6D2F85D31A7}"/>
              </a:ext>
            </a:extLst>
          </p:cNvPr>
          <p:cNvSpPr txBox="1">
            <a:spLocks/>
          </p:cNvSpPr>
          <p:nvPr/>
        </p:nvSpPr>
        <p:spPr bwMode="auto">
          <a:xfrm>
            <a:off x="6548472" y="6146800"/>
            <a:ext cx="19050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defPPr>
              <a:defRPr lang="it-IT"/>
            </a:defPPr>
            <a:lvl1pPr algn="r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22433"/>
              </a:buClr>
              <a:buChar char="•"/>
              <a:defRPr sz="2400" kern="12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 kern="12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1600" kern="12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1400" kern="12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 kern="12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defRPr>
            </a:lvl5pPr>
            <a:lvl6pPr marL="2514600" indent="-228600" algn="l" defTabSz="914400" rtl="0" eaLnBrk="0" fontAlgn="base" latinLnBrk="0" hangingPunct="0">
              <a:spcBef>
                <a:spcPct val="20000"/>
              </a:spcBef>
              <a:spcAft>
                <a:spcPct val="0"/>
              </a:spcAft>
              <a:buChar char="»"/>
              <a:defRPr sz="1200" kern="12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defRPr>
            </a:lvl6pPr>
            <a:lvl7pPr marL="2971800" indent="-228600" algn="l" defTabSz="914400" rtl="0" eaLnBrk="0" fontAlgn="base" latinLnBrk="0" hangingPunct="0">
              <a:spcBef>
                <a:spcPct val="20000"/>
              </a:spcBef>
              <a:spcAft>
                <a:spcPct val="0"/>
              </a:spcAft>
              <a:buChar char="»"/>
              <a:defRPr sz="1200" kern="12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defRPr>
            </a:lvl7pPr>
            <a:lvl8pPr marL="3429000" indent="-228600" algn="l" defTabSz="914400" rtl="0" eaLnBrk="0" fontAlgn="base" latinLnBrk="0" hangingPunct="0">
              <a:spcBef>
                <a:spcPct val="20000"/>
              </a:spcBef>
              <a:spcAft>
                <a:spcPct val="0"/>
              </a:spcAft>
              <a:buChar char="»"/>
              <a:defRPr sz="1200" kern="12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defRPr>
            </a:lvl8pPr>
            <a:lvl9pPr marL="3886200" indent="-228600" algn="l" defTabSz="914400" rtl="0" eaLnBrk="0" fontAlgn="base" latinLnBrk="0" hangingPunct="0">
              <a:spcBef>
                <a:spcPct val="20000"/>
              </a:spcBef>
              <a:spcAft>
                <a:spcPct val="0"/>
              </a:spcAft>
              <a:buChar char="»"/>
              <a:defRPr sz="1200" kern="12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r>
              <a:rPr lang="it-IT" altLang="it-IT" sz="1100" dirty="0">
                <a:solidFill>
                  <a:schemeClr val="bg1"/>
                </a:solidFill>
              </a:rPr>
              <a:t>Pagina 11 </a:t>
            </a:r>
          </a:p>
        </p:txBody>
      </p:sp>
      <p:sp>
        <p:nvSpPr>
          <p:cNvPr id="4" name="Rectangle 2">
            <a:extLst>
              <a:ext uri="{FF2B5EF4-FFF2-40B4-BE49-F238E27FC236}">
                <a16:creationId xmlns:a16="http://schemas.microsoft.com/office/drawing/2014/main" id="{08C22CE2-C3D6-2049-0DF7-E203F0E1DD6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0" y="368275"/>
            <a:ext cx="9144000" cy="5048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2400" b="1" kern="1200">
                <a:solidFill>
                  <a:srgbClr val="822433"/>
                </a:solidFill>
                <a:latin typeface="+mj-lt"/>
                <a:ea typeface="+mj-ea"/>
                <a:cs typeface="+mj-cs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822433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822433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822433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822433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822433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822433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822433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822433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algn="ctr" eaLnBrk="1" hangingPunct="1"/>
            <a:r>
              <a:rPr lang="it-IT" altLang="it-IT" dirty="0"/>
              <a:t>Implementazione – </a:t>
            </a:r>
            <a:r>
              <a:rPr lang="it-IT" altLang="it-IT" dirty="0" err="1"/>
              <a:t>Thread</a:t>
            </a:r>
            <a:r>
              <a:rPr lang="it-IT" altLang="it-IT" dirty="0"/>
              <a:t> di esecuzione </a:t>
            </a:r>
          </a:p>
          <a:p>
            <a:pPr algn="ctr" eaLnBrk="1" hangingPunct="1"/>
            <a:endParaRPr lang="it-IT" altLang="it-IT" dirty="0"/>
          </a:p>
        </p:txBody>
      </p:sp>
      <p:sp>
        <p:nvSpPr>
          <p:cNvPr id="5" name="CasellaDiTesto 4">
            <a:extLst>
              <a:ext uri="{FF2B5EF4-FFF2-40B4-BE49-F238E27FC236}">
                <a16:creationId xmlns:a16="http://schemas.microsoft.com/office/drawing/2014/main" id="{7282DB6A-9D30-E86C-0296-AFC5DCFF9859}"/>
              </a:ext>
            </a:extLst>
          </p:cNvPr>
          <p:cNvSpPr txBox="1"/>
          <p:nvPr/>
        </p:nvSpPr>
        <p:spPr bwMode="auto">
          <a:xfrm>
            <a:off x="1156996" y="1367416"/>
            <a:ext cx="6830008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342900" indent="-342900" algn="ctr">
              <a:buFont typeface="Arial" panose="020B0604020202020204" pitchFamily="34" charset="0"/>
              <a:buChar char="•"/>
            </a:pPr>
            <a:r>
              <a:rPr lang="it-IT" sz="2000" dirty="0"/>
              <a:t>Classe </a:t>
            </a:r>
            <a:r>
              <a:rPr lang="it-IT" sz="2000" dirty="0" err="1"/>
              <a:t>GroupGenerator</a:t>
            </a:r>
            <a:r>
              <a:rPr lang="it-IT" sz="2000" dirty="0"/>
              <a:t> per la creazione di p e g</a:t>
            </a:r>
            <a:endParaRPr lang="en-US" sz="2000" dirty="0"/>
          </a:p>
        </p:txBody>
      </p:sp>
      <p:pic>
        <p:nvPicPr>
          <p:cNvPr id="8" name="Immagine 7">
            <a:extLst>
              <a:ext uri="{FF2B5EF4-FFF2-40B4-BE49-F238E27FC236}">
                <a16:creationId xmlns:a16="http://schemas.microsoft.com/office/drawing/2014/main" id="{C23691A4-7119-99C8-5C45-34DBF7096DE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04174" y="1717378"/>
            <a:ext cx="5896798" cy="2057687"/>
          </a:xfrm>
          <a:prstGeom prst="rect">
            <a:avLst/>
          </a:prstGeom>
        </p:spPr>
      </p:pic>
      <p:sp>
        <p:nvSpPr>
          <p:cNvPr id="11" name="CasellaDiTesto 10">
            <a:extLst>
              <a:ext uri="{FF2B5EF4-FFF2-40B4-BE49-F238E27FC236}">
                <a16:creationId xmlns:a16="http://schemas.microsoft.com/office/drawing/2014/main" id="{7B0CB336-D898-ACA5-8CA3-883C00FEDF17}"/>
              </a:ext>
            </a:extLst>
          </p:cNvPr>
          <p:cNvSpPr txBox="1"/>
          <p:nvPr/>
        </p:nvSpPr>
        <p:spPr bwMode="auto">
          <a:xfrm>
            <a:off x="1604174" y="3886650"/>
            <a:ext cx="6382830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it-IT" sz="2000" dirty="0"/>
              <a:t>Creazione del </a:t>
            </a:r>
            <a:r>
              <a:rPr lang="it-IT" sz="2000" dirty="0" err="1"/>
              <a:t>thread</a:t>
            </a:r>
            <a:endParaRPr lang="en-US" sz="2000" dirty="0"/>
          </a:p>
        </p:txBody>
      </p:sp>
      <p:pic>
        <p:nvPicPr>
          <p:cNvPr id="13" name="Immagine 12">
            <a:extLst>
              <a:ext uri="{FF2B5EF4-FFF2-40B4-BE49-F238E27FC236}">
                <a16:creationId xmlns:a16="http://schemas.microsoft.com/office/drawing/2014/main" id="{C5C96E12-C388-A871-22E8-5CC0BDEE35D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680759" y="4397068"/>
            <a:ext cx="5782482" cy="6763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07355341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spd="med">
        <p159:morph option="byObject"/>
      </p:transition>
    </mc:Choice>
    <mc:Fallback>
      <p:transition spd="med">
        <p:fade/>
      </p:transition>
    </mc:Fallback>
  </mc:AlternateContent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Segnaposto piè di pagina 4">
            <a:extLst>
              <a:ext uri="{FF2B5EF4-FFF2-40B4-BE49-F238E27FC236}">
                <a16:creationId xmlns:a16="http://schemas.microsoft.com/office/drawing/2014/main" id="{713867C7-99F0-42C1-BDF1-1330231C60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295400" y="6219825"/>
            <a:ext cx="2895600" cy="457200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rgbClr val="822433"/>
              </a:buClr>
              <a:buChar char="•"/>
              <a:defRPr sz="24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16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14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12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r>
              <a:rPr lang="it-IT" altLang="it-IT" sz="1100" dirty="0" err="1">
                <a:solidFill>
                  <a:schemeClr val="bg1"/>
                </a:solidFill>
              </a:rPr>
              <a:t>Integrating</a:t>
            </a:r>
            <a:r>
              <a:rPr lang="it-IT" altLang="it-IT" sz="1100" dirty="0">
                <a:solidFill>
                  <a:schemeClr val="bg1"/>
                </a:solidFill>
              </a:rPr>
              <a:t> Zero-Knowledge in SCAPI</a:t>
            </a:r>
          </a:p>
        </p:txBody>
      </p:sp>
      <p:sp>
        <p:nvSpPr>
          <p:cNvPr id="6" name="Segnaposto data 3">
            <a:extLst>
              <a:ext uri="{FF2B5EF4-FFF2-40B4-BE49-F238E27FC236}">
                <a16:creationId xmlns:a16="http://schemas.microsoft.com/office/drawing/2014/main" id="{55BEB4CF-D7F4-07C6-F774-7F44CFB6B3E3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343400" y="6146800"/>
            <a:ext cx="1905000" cy="457200"/>
          </a:xfrm>
        </p:spPr>
        <p:txBody>
          <a:bodyPr/>
          <a:lstStyle/>
          <a:p>
            <a:r>
              <a:rPr lang="it-IT" altLang="it-IT" dirty="0">
                <a:solidFill>
                  <a:schemeClr val="bg1"/>
                </a:solidFill>
              </a:rPr>
              <a:t>11/12/2023</a:t>
            </a:r>
          </a:p>
          <a:p>
            <a:endParaRPr lang="it-IT" altLang="it-IT" dirty="0"/>
          </a:p>
        </p:txBody>
      </p:sp>
      <p:sp>
        <p:nvSpPr>
          <p:cNvPr id="21" name="Rettangolo 20">
            <a:extLst>
              <a:ext uri="{FF2B5EF4-FFF2-40B4-BE49-F238E27FC236}">
                <a16:creationId xmlns:a16="http://schemas.microsoft.com/office/drawing/2014/main" id="{D0BA5FCB-10D6-0CD3-0772-A1B020E3967E}"/>
              </a:ext>
            </a:extLst>
          </p:cNvPr>
          <p:cNvSpPr/>
          <p:nvPr/>
        </p:nvSpPr>
        <p:spPr bwMode="auto">
          <a:xfrm>
            <a:off x="0" y="620688"/>
            <a:ext cx="3960440" cy="246224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it-IT" sz="900" b="0" i="0" u="none" strike="noStrike" cap="none" normalizeH="0" baseline="0">
              <a:ln>
                <a:noFill/>
              </a:ln>
              <a:solidFill>
                <a:schemeClr val="bg1"/>
              </a:solidFill>
              <a:effectLst/>
              <a:latin typeface="Arial" panose="020B0604020202020204" pitchFamily="34" charset="0"/>
              <a:ea typeface="ＭＳ Ｐゴシック" panose="020B0600070205080204" pitchFamily="34" charset="-128"/>
            </a:endParaRPr>
          </a:p>
        </p:txBody>
      </p:sp>
      <p:sp>
        <p:nvSpPr>
          <p:cNvPr id="2" name="Segnaposto numero diapositiva 5">
            <a:extLst>
              <a:ext uri="{FF2B5EF4-FFF2-40B4-BE49-F238E27FC236}">
                <a16:creationId xmlns:a16="http://schemas.microsoft.com/office/drawing/2014/main" id="{23CDD47C-4CEB-8639-F2E7-D6D2F85D31A7}"/>
              </a:ext>
            </a:extLst>
          </p:cNvPr>
          <p:cNvSpPr txBox="1">
            <a:spLocks/>
          </p:cNvSpPr>
          <p:nvPr/>
        </p:nvSpPr>
        <p:spPr bwMode="auto">
          <a:xfrm>
            <a:off x="6548472" y="6146800"/>
            <a:ext cx="19050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defPPr>
              <a:defRPr lang="it-IT"/>
            </a:defPPr>
            <a:lvl1pPr algn="r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22433"/>
              </a:buClr>
              <a:buChar char="•"/>
              <a:defRPr sz="2400" kern="12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 kern="12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1600" kern="12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1400" kern="12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 kern="12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defRPr>
            </a:lvl5pPr>
            <a:lvl6pPr marL="2514600" indent="-228600" algn="l" defTabSz="914400" rtl="0" eaLnBrk="0" fontAlgn="base" latinLnBrk="0" hangingPunct="0">
              <a:spcBef>
                <a:spcPct val="20000"/>
              </a:spcBef>
              <a:spcAft>
                <a:spcPct val="0"/>
              </a:spcAft>
              <a:buChar char="»"/>
              <a:defRPr sz="1200" kern="12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defRPr>
            </a:lvl6pPr>
            <a:lvl7pPr marL="2971800" indent="-228600" algn="l" defTabSz="914400" rtl="0" eaLnBrk="0" fontAlgn="base" latinLnBrk="0" hangingPunct="0">
              <a:spcBef>
                <a:spcPct val="20000"/>
              </a:spcBef>
              <a:spcAft>
                <a:spcPct val="0"/>
              </a:spcAft>
              <a:buChar char="»"/>
              <a:defRPr sz="1200" kern="12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defRPr>
            </a:lvl7pPr>
            <a:lvl8pPr marL="3429000" indent="-228600" algn="l" defTabSz="914400" rtl="0" eaLnBrk="0" fontAlgn="base" latinLnBrk="0" hangingPunct="0">
              <a:spcBef>
                <a:spcPct val="20000"/>
              </a:spcBef>
              <a:spcAft>
                <a:spcPct val="0"/>
              </a:spcAft>
              <a:buChar char="»"/>
              <a:defRPr sz="1200" kern="12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defRPr>
            </a:lvl8pPr>
            <a:lvl9pPr marL="3886200" indent="-228600" algn="l" defTabSz="914400" rtl="0" eaLnBrk="0" fontAlgn="base" latinLnBrk="0" hangingPunct="0">
              <a:spcBef>
                <a:spcPct val="20000"/>
              </a:spcBef>
              <a:spcAft>
                <a:spcPct val="0"/>
              </a:spcAft>
              <a:buChar char="»"/>
              <a:defRPr sz="1200" kern="12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r>
              <a:rPr lang="it-IT" altLang="it-IT" sz="1100" dirty="0">
                <a:solidFill>
                  <a:schemeClr val="bg1"/>
                </a:solidFill>
              </a:rPr>
              <a:t>Pagina 11 </a:t>
            </a:r>
          </a:p>
        </p:txBody>
      </p:sp>
      <p:sp>
        <p:nvSpPr>
          <p:cNvPr id="4" name="Rectangle 2">
            <a:extLst>
              <a:ext uri="{FF2B5EF4-FFF2-40B4-BE49-F238E27FC236}">
                <a16:creationId xmlns:a16="http://schemas.microsoft.com/office/drawing/2014/main" id="{08C22CE2-C3D6-2049-0DF7-E203F0E1DD6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0" y="368275"/>
            <a:ext cx="9144000" cy="5048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2400" b="1" kern="1200">
                <a:solidFill>
                  <a:srgbClr val="822433"/>
                </a:solidFill>
                <a:latin typeface="+mj-lt"/>
                <a:ea typeface="+mj-ea"/>
                <a:cs typeface="+mj-cs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822433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822433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822433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822433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822433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822433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822433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822433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algn="ctr" eaLnBrk="1" hangingPunct="1"/>
            <a:r>
              <a:rPr lang="it-IT" altLang="it-IT" dirty="0"/>
              <a:t>Implementazione – </a:t>
            </a:r>
            <a:r>
              <a:rPr lang="it-IT" altLang="it-IT" dirty="0" err="1"/>
              <a:t>Thread</a:t>
            </a:r>
            <a:r>
              <a:rPr lang="it-IT" altLang="it-IT" dirty="0"/>
              <a:t> di esecuzione </a:t>
            </a:r>
          </a:p>
          <a:p>
            <a:pPr algn="ctr" eaLnBrk="1" hangingPunct="1"/>
            <a:endParaRPr lang="it-IT" altLang="it-IT" dirty="0"/>
          </a:p>
        </p:txBody>
      </p:sp>
      <p:sp>
        <p:nvSpPr>
          <p:cNvPr id="5" name="CasellaDiTesto 4">
            <a:extLst>
              <a:ext uri="{FF2B5EF4-FFF2-40B4-BE49-F238E27FC236}">
                <a16:creationId xmlns:a16="http://schemas.microsoft.com/office/drawing/2014/main" id="{7282DB6A-9D30-E86C-0296-AFC5DCFF9859}"/>
              </a:ext>
            </a:extLst>
          </p:cNvPr>
          <p:cNvSpPr txBox="1"/>
          <p:nvPr/>
        </p:nvSpPr>
        <p:spPr bwMode="auto">
          <a:xfrm>
            <a:off x="1156996" y="2087601"/>
            <a:ext cx="6830008" cy="70788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342900" indent="-342900" algn="ctr">
              <a:buFont typeface="Arial" panose="020B0604020202020204" pitchFamily="34" charset="0"/>
              <a:buChar char="•"/>
            </a:pPr>
            <a:r>
              <a:rPr lang="it-IT" sz="2000" dirty="0"/>
              <a:t>Gestione dei messaggi tramite coda bloccante e invio al </a:t>
            </a:r>
            <a:r>
              <a:rPr lang="it-IT" sz="2000" dirty="0" err="1"/>
              <a:t>prover</a:t>
            </a:r>
            <a:r>
              <a:rPr lang="it-IT" sz="2000" dirty="0"/>
              <a:t> opportuno tramite stream()</a:t>
            </a:r>
            <a:endParaRPr lang="en-US" sz="2000" dirty="0"/>
          </a:p>
        </p:txBody>
      </p:sp>
      <p:pic>
        <p:nvPicPr>
          <p:cNvPr id="7" name="Immagine 6">
            <a:extLst>
              <a:ext uri="{FF2B5EF4-FFF2-40B4-BE49-F238E27FC236}">
                <a16:creationId xmlns:a16="http://schemas.microsoft.com/office/drawing/2014/main" id="{6A2579FC-4EF8-BFE5-FDB1-25B58973920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09338" y="3000884"/>
            <a:ext cx="5725324" cy="11717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52578276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spd="med">
        <p159:morph option="byObject"/>
      </p:transition>
    </mc:Choice>
    <mc:Fallback>
      <p:transition spd="med">
        <p:fade/>
      </p:transition>
    </mc:Fallback>
  </mc:AlternateContent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Segnaposto piè di pagina 4">
            <a:extLst>
              <a:ext uri="{FF2B5EF4-FFF2-40B4-BE49-F238E27FC236}">
                <a16:creationId xmlns:a16="http://schemas.microsoft.com/office/drawing/2014/main" id="{713867C7-99F0-42C1-BDF1-1330231C60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295400" y="6219825"/>
            <a:ext cx="2895600" cy="457200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rgbClr val="822433"/>
              </a:buClr>
              <a:buChar char="•"/>
              <a:defRPr sz="24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16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14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12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r>
              <a:rPr lang="it-IT" altLang="it-IT" sz="1100" dirty="0" err="1">
                <a:solidFill>
                  <a:schemeClr val="bg1"/>
                </a:solidFill>
              </a:rPr>
              <a:t>Integrating</a:t>
            </a:r>
            <a:r>
              <a:rPr lang="it-IT" altLang="it-IT" sz="1100" dirty="0">
                <a:solidFill>
                  <a:schemeClr val="bg1"/>
                </a:solidFill>
              </a:rPr>
              <a:t> Zero-Knowledge in SCAPI</a:t>
            </a:r>
          </a:p>
        </p:txBody>
      </p:sp>
      <p:sp>
        <p:nvSpPr>
          <p:cNvPr id="6" name="Segnaposto data 3">
            <a:extLst>
              <a:ext uri="{FF2B5EF4-FFF2-40B4-BE49-F238E27FC236}">
                <a16:creationId xmlns:a16="http://schemas.microsoft.com/office/drawing/2014/main" id="{55BEB4CF-D7F4-07C6-F774-7F44CFB6B3E3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343400" y="6146800"/>
            <a:ext cx="1905000" cy="457200"/>
          </a:xfrm>
        </p:spPr>
        <p:txBody>
          <a:bodyPr/>
          <a:lstStyle/>
          <a:p>
            <a:r>
              <a:rPr lang="it-IT" altLang="it-IT" dirty="0">
                <a:solidFill>
                  <a:schemeClr val="bg1"/>
                </a:solidFill>
              </a:rPr>
              <a:t>11/12/2023</a:t>
            </a:r>
          </a:p>
          <a:p>
            <a:endParaRPr lang="it-IT" altLang="it-IT" dirty="0"/>
          </a:p>
        </p:txBody>
      </p:sp>
      <p:sp>
        <p:nvSpPr>
          <p:cNvPr id="2" name="Segnaposto numero diapositiva 5">
            <a:extLst>
              <a:ext uri="{FF2B5EF4-FFF2-40B4-BE49-F238E27FC236}">
                <a16:creationId xmlns:a16="http://schemas.microsoft.com/office/drawing/2014/main" id="{23CDD47C-4CEB-8639-F2E7-D6D2F85D31A7}"/>
              </a:ext>
            </a:extLst>
          </p:cNvPr>
          <p:cNvSpPr txBox="1">
            <a:spLocks/>
          </p:cNvSpPr>
          <p:nvPr/>
        </p:nvSpPr>
        <p:spPr bwMode="auto">
          <a:xfrm>
            <a:off x="6548472" y="6146800"/>
            <a:ext cx="19050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defPPr>
              <a:defRPr lang="it-IT"/>
            </a:defPPr>
            <a:lvl1pPr algn="r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22433"/>
              </a:buClr>
              <a:buChar char="•"/>
              <a:defRPr sz="2400" kern="12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 kern="12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1600" kern="12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1400" kern="12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 kern="12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defRPr>
            </a:lvl5pPr>
            <a:lvl6pPr marL="2514600" indent="-228600" algn="l" defTabSz="914400" rtl="0" eaLnBrk="0" fontAlgn="base" latinLnBrk="0" hangingPunct="0">
              <a:spcBef>
                <a:spcPct val="20000"/>
              </a:spcBef>
              <a:spcAft>
                <a:spcPct val="0"/>
              </a:spcAft>
              <a:buChar char="»"/>
              <a:defRPr sz="1200" kern="12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defRPr>
            </a:lvl6pPr>
            <a:lvl7pPr marL="2971800" indent="-228600" algn="l" defTabSz="914400" rtl="0" eaLnBrk="0" fontAlgn="base" latinLnBrk="0" hangingPunct="0">
              <a:spcBef>
                <a:spcPct val="20000"/>
              </a:spcBef>
              <a:spcAft>
                <a:spcPct val="0"/>
              </a:spcAft>
              <a:buChar char="»"/>
              <a:defRPr sz="1200" kern="12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defRPr>
            </a:lvl7pPr>
            <a:lvl8pPr marL="3429000" indent="-228600" algn="l" defTabSz="914400" rtl="0" eaLnBrk="0" fontAlgn="base" latinLnBrk="0" hangingPunct="0">
              <a:spcBef>
                <a:spcPct val="20000"/>
              </a:spcBef>
              <a:spcAft>
                <a:spcPct val="0"/>
              </a:spcAft>
              <a:buChar char="»"/>
              <a:defRPr sz="1200" kern="12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defRPr>
            </a:lvl8pPr>
            <a:lvl9pPr marL="3886200" indent="-228600" algn="l" defTabSz="914400" rtl="0" eaLnBrk="0" fontAlgn="base" latinLnBrk="0" hangingPunct="0">
              <a:spcBef>
                <a:spcPct val="20000"/>
              </a:spcBef>
              <a:spcAft>
                <a:spcPct val="0"/>
              </a:spcAft>
              <a:buChar char="»"/>
              <a:defRPr sz="1200" kern="12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r>
              <a:rPr lang="it-IT" altLang="it-IT" sz="1100" dirty="0">
                <a:solidFill>
                  <a:schemeClr val="bg1"/>
                </a:solidFill>
              </a:rPr>
              <a:t>Pagina 11 </a:t>
            </a:r>
          </a:p>
        </p:txBody>
      </p:sp>
      <p:sp>
        <p:nvSpPr>
          <p:cNvPr id="4" name="Rectangle 2">
            <a:extLst>
              <a:ext uri="{FF2B5EF4-FFF2-40B4-BE49-F238E27FC236}">
                <a16:creationId xmlns:a16="http://schemas.microsoft.com/office/drawing/2014/main" id="{08C22CE2-C3D6-2049-0DF7-E203F0E1DD6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0" y="368275"/>
            <a:ext cx="9144000" cy="5048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2400" b="1" kern="1200">
                <a:solidFill>
                  <a:srgbClr val="822433"/>
                </a:solidFill>
                <a:latin typeface="+mj-lt"/>
                <a:ea typeface="+mj-ea"/>
                <a:cs typeface="+mj-cs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822433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822433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822433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822433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822433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822433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822433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822433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algn="ctr" eaLnBrk="1" hangingPunct="1"/>
            <a:r>
              <a:rPr lang="it-IT" altLang="it-IT" dirty="0"/>
              <a:t>Implementazione – </a:t>
            </a:r>
            <a:r>
              <a:rPr lang="it-IT" altLang="it-IT" dirty="0" err="1"/>
              <a:t>Prover</a:t>
            </a:r>
            <a:r>
              <a:rPr lang="it-IT" altLang="it-IT" dirty="0"/>
              <a:t> e </a:t>
            </a:r>
            <a:r>
              <a:rPr lang="it-IT" altLang="it-IT" dirty="0" err="1"/>
              <a:t>Verifier</a:t>
            </a:r>
            <a:endParaRPr lang="it-IT" altLang="it-IT" dirty="0"/>
          </a:p>
          <a:p>
            <a:pPr algn="ctr" eaLnBrk="1" hangingPunct="1"/>
            <a:endParaRPr lang="it-IT" altLang="it-IT" dirty="0"/>
          </a:p>
        </p:txBody>
      </p:sp>
      <p:sp>
        <p:nvSpPr>
          <p:cNvPr id="5" name="CasellaDiTesto 4">
            <a:extLst>
              <a:ext uri="{FF2B5EF4-FFF2-40B4-BE49-F238E27FC236}">
                <a16:creationId xmlns:a16="http://schemas.microsoft.com/office/drawing/2014/main" id="{7282DB6A-9D30-E86C-0296-AFC5DCFF9859}"/>
              </a:ext>
            </a:extLst>
          </p:cNvPr>
          <p:cNvSpPr txBox="1"/>
          <p:nvPr/>
        </p:nvSpPr>
        <p:spPr bwMode="auto">
          <a:xfrm>
            <a:off x="1295400" y="1703763"/>
            <a:ext cx="6830008" cy="10156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spAutoFit/>
          </a:bodyPr>
          <a:lstStyle/>
          <a:p>
            <a:pPr algn="just"/>
            <a:r>
              <a:rPr lang="it-IT" sz="2000" dirty="0">
                <a:solidFill>
                  <a:srgbClr val="000000"/>
                </a:solidFill>
              </a:rPr>
              <a:t>Il </a:t>
            </a:r>
            <a:r>
              <a:rPr lang="it-IT" sz="2000" dirty="0" err="1">
                <a:solidFill>
                  <a:srgbClr val="000000"/>
                </a:solidFill>
              </a:rPr>
              <a:t>Prover</a:t>
            </a:r>
            <a:r>
              <a:rPr lang="it-IT" sz="2000" dirty="0">
                <a:solidFill>
                  <a:srgbClr val="000000"/>
                </a:solidFill>
              </a:rPr>
              <a:t> implementa l’interfaccia </a:t>
            </a:r>
            <a:r>
              <a:rPr lang="it-IT" sz="2000" dirty="0" err="1">
                <a:solidFill>
                  <a:srgbClr val="000000"/>
                </a:solidFill>
              </a:rPr>
              <a:t>ZKProver</a:t>
            </a:r>
            <a:r>
              <a:rPr lang="it-IT" sz="2000" dirty="0">
                <a:solidFill>
                  <a:srgbClr val="000000"/>
                </a:solidFill>
              </a:rPr>
              <a:t>, che fornisce la segnatura del metodo </a:t>
            </a:r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prove(</a:t>
            </a:r>
            <a:r>
              <a:rPr lang="en-US" sz="180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ZKProverInput</a:t>
            </a:r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arg0).</a:t>
            </a:r>
          </a:p>
          <a:p>
            <a:pPr algn="just"/>
            <a:endParaRPr lang="en-US" sz="2000" dirty="0">
              <a:solidFill>
                <a:srgbClr val="000000"/>
              </a:solidFill>
            </a:endParaRPr>
          </a:p>
        </p:txBody>
      </p:sp>
      <p:sp>
        <p:nvSpPr>
          <p:cNvPr id="8" name="CasellaDiTesto 7">
            <a:extLst>
              <a:ext uri="{FF2B5EF4-FFF2-40B4-BE49-F238E27FC236}">
                <a16:creationId xmlns:a16="http://schemas.microsoft.com/office/drawing/2014/main" id="{D969AAF0-B3D0-F481-0E95-5E4F997EF5FD}"/>
              </a:ext>
            </a:extLst>
          </p:cNvPr>
          <p:cNvSpPr txBox="1"/>
          <p:nvPr/>
        </p:nvSpPr>
        <p:spPr bwMode="auto">
          <a:xfrm>
            <a:off x="1156996" y="3492244"/>
            <a:ext cx="6830008" cy="200054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pPr algn="just"/>
            <a:r>
              <a:rPr lang="it-IT" sz="1800" dirty="0">
                <a:solidFill>
                  <a:srgbClr val="000000"/>
                </a:solidFill>
              </a:rPr>
              <a:t>Il </a:t>
            </a:r>
            <a:r>
              <a:rPr lang="it-IT" sz="1800" dirty="0" err="1">
                <a:solidFill>
                  <a:srgbClr val="000000"/>
                </a:solidFill>
              </a:rPr>
              <a:t>Verifier</a:t>
            </a:r>
            <a:r>
              <a:rPr lang="it-IT" sz="1800" dirty="0">
                <a:solidFill>
                  <a:srgbClr val="000000"/>
                </a:solidFill>
              </a:rPr>
              <a:t> implementa l’interfaccia </a:t>
            </a:r>
            <a:r>
              <a:rPr lang="it-IT" sz="1800" dirty="0" err="1">
                <a:solidFill>
                  <a:srgbClr val="000000"/>
                </a:solidFill>
              </a:rPr>
              <a:t>ZKVerifier</a:t>
            </a:r>
            <a:r>
              <a:rPr lang="it-IT" sz="1800" dirty="0">
                <a:solidFill>
                  <a:srgbClr val="000000"/>
                </a:solidFill>
              </a:rPr>
              <a:t>, che fornisce la segnatura del metodo </a:t>
            </a:r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verify(</a:t>
            </a:r>
            <a:r>
              <a:rPr lang="en-US" sz="180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ZKCommonInput</a:t>
            </a:r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arg0).</a:t>
            </a:r>
          </a:p>
          <a:p>
            <a:pPr algn="just"/>
            <a:endParaRPr lang="en-US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 algn="just"/>
            <a:r>
              <a:rPr lang="en-US" dirty="0" err="1">
                <a:solidFill>
                  <a:srgbClr val="000000"/>
                </a:solidFill>
              </a:rPr>
              <a:t>Mantiene</a:t>
            </a:r>
            <a:r>
              <a:rPr lang="en-US" dirty="0">
                <a:solidFill>
                  <a:srgbClr val="000000"/>
                </a:solidFill>
              </a:rPr>
              <a:t> </a:t>
            </a:r>
            <a:r>
              <a:rPr lang="en-US" dirty="0" err="1">
                <a:solidFill>
                  <a:srgbClr val="000000"/>
                </a:solidFill>
              </a:rPr>
              <a:t>una</a:t>
            </a:r>
            <a:r>
              <a:rPr lang="en-US" dirty="0">
                <a:solidFill>
                  <a:srgbClr val="000000"/>
                </a:solidFill>
              </a:rPr>
              <a:t> </a:t>
            </a:r>
            <a:r>
              <a:rPr lang="en-US" dirty="0" err="1">
                <a:solidFill>
                  <a:srgbClr val="000000"/>
                </a:solidFill>
              </a:rPr>
              <a:t>mappa</a:t>
            </a:r>
            <a:r>
              <a:rPr lang="en-US" dirty="0">
                <a:solidFill>
                  <a:srgbClr val="000000"/>
                </a:solidFill>
              </a:rPr>
              <a:t> </a:t>
            </a:r>
            <a:r>
              <a:rPr lang="en-US" dirty="0" err="1">
                <a:solidFill>
                  <a:srgbClr val="000000"/>
                </a:solidFill>
              </a:rPr>
              <a:t>tra</a:t>
            </a:r>
            <a:r>
              <a:rPr lang="en-US" dirty="0">
                <a:solidFill>
                  <a:srgbClr val="000000"/>
                </a:solidFill>
              </a:rPr>
              <a:t> </a:t>
            </a:r>
            <a:r>
              <a:rPr lang="en-US" dirty="0" err="1">
                <a:solidFill>
                  <a:srgbClr val="000000"/>
                </a:solidFill>
              </a:rPr>
              <a:t>gli</a:t>
            </a:r>
            <a:r>
              <a:rPr lang="en-US" dirty="0">
                <a:solidFill>
                  <a:srgbClr val="000000"/>
                </a:solidFill>
              </a:rPr>
              <a:t> UUID </a:t>
            </a:r>
            <a:r>
              <a:rPr lang="en-US" dirty="0" err="1">
                <a:solidFill>
                  <a:srgbClr val="000000"/>
                </a:solidFill>
              </a:rPr>
              <a:t>dei</a:t>
            </a:r>
            <a:r>
              <a:rPr lang="en-US" dirty="0">
                <a:solidFill>
                  <a:srgbClr val="000000"/>
                </a:solidFill>
              </a:rPr>
              <a:t> Prover e le </a:t>
            </a:r>
            <a:r>
              <a:rPr lang="en-US" dirty="0" err="1">
                <a:solidFill>
                  <a:srgbClr val="000000"/>
                </a:solidFill>
              </a:rPr>
              <a:t>informazioni</a:t>
            </a:r>
            <a:r>
              <a:rPr lang="en-US" dirty="0">
                <a:solidFill>
                  <a:srgbClr val="000000"/>
                </a:solidFill>
              </a:rPr>
              <a:t> </a:t>
            </a:r>
            <a:r>
              <a:rPr lang="en-US" dirty="0" err="1">
                <a:solidFill>
                  <a:srgbClr val="000000"/>
                </a:solidFill>
              </a:rPr>
              <a:t>che</a:t>
            </a:r>
            <a:r>
              <a:rPr lang="en-US" dirty="0">
                <a:solidFill>
                  <a:srgbClr val="000000"/>
                </a:solidFill>
              </a:rPr>
              <a:t> </a:t>
            </a:r>
            <a:r>
              <a:rPr lang="en-US" dirty="0" err="1">
                <a:solidFill>
                  <a:srgbClr val="000000"/>
                </a:solidFill>
              </a:rPr>
              <a:t>servono</a:t>
            </a:r>
            <a:r>
              <a:rPr lang="en-US" dirty="0">
                <a:solidFill>
                  <a:srgbClr val="000000"/>
                </a:solidFill>
              </a:rPr>
              <a:t> per </a:t>
            </a:r>
            <a:r>
              <a:rPr lang="en-US" dirty="0" err="1">
                <a:solidFill>
                  <a:srgbClr val="000000"/>
                </a:solidFill>
              </a:rPr>
              <a:t>eseguire</a:t>
            </a:r>
            <a:r>
              <a:rPr lang="en-US" dirty="0">
                <a:solidFill>
                  <a:srgbClr val="000000"/>
                </a:solidFill>
              </a:rPr>
              <a:t> la </a:t>
            </a:r>
            <a:r>
              <a:rPr lang="en-US" dirty="0" err="1">
                <a:solidFill>
                  <a:srgbClr val="000000"/>
                </a:solidFill>
              </a:rPr>
              <a:t>verifica</a:t>
            </a:r>
            <a:r>
              <a:rPr lang="en-US" dirty="0">
                <a:solidFill>
                  <a:srgbClr val="000000"/>
                </a:solidFill>
              </a:rPr>
              <a:t> e </a:t>
            </a:r>
            <a:r>
              <a:rPr lang="en-US" dirty="0" err="1">
                <a:solidFill>
                  <a:srgbClr val="000000"/>
                </a:solidFill>
              </a:rPr>
              <a:t>impedisce</a:t>
            </a:r>
            <a:r>
              <a:rPr lang="en-US" dirty="0">
                <a:solidFill>
                  <a:srgbClr val="000000"/>
                </a:solidFill>
              </a:rPr>
              <a:t> </a:t>
            </a:r>
            <a:r>
              <a:rPr lang="en-US" dirty="0" err="1">
                <a:solidFill>
                  <a:srgbClr val="000000"/>
                </a:solidFill>
              </a:rPr>
              <a:t>più</a:t>
            </a:r>
            <a:r>
              <a:rPr lang="en-US" dirty="0">
                <a:solidFill>
                  <a:srgbClr val="000000"/>
                </a:solidFill>
              </a:rPr>
              <a:t> </a:t>
            </a:r>
            <a:r>
              <a:rPr lang="en-US" dirty="0" err="1">
                <a:solidFill>
                  <a:srgbClr val="000000"/>
                </a:solidFill>
              </a:rPr>
              <a:t>connessioni</a:t>
            </a:r>
            <a:r>
              <a:rPr lang="en-US" dirty="0">
                <a:solidFill>
                  <a:srgbClr val="000000"/>
                </a:solidFill>
              </a:rPr>
              <a:t> </a:t>
            </a:r>
            <a:r>
              <a:rPr lang="en-US" dirty="0" err="1">
                <a:solidFill>
                  <a:srgbClr val="000000"/>
                </a:solidFill>
              </a:rPr>
              <a:t>simultanee</a:t>
            </a:r>
            <a:r>
              <a:rPr lang="en-US" dirty="0">
                <a:solidFill>
                  <a:srgbClr val="000000"/>
                </a:solidFill>
              </a:rPr>
              <a:t> con lo </a:t>
            </a:r>
            <a:r>
              <a:rPr lang="en-US" dirty="0" err="1">
                <a:solidFill>
                  <a:srgbClr val="000000"/>
                </a:solidFill>
              </a:rPr>
              <a:t>stesso</a:t>
            </a:r>
            <a:r>
              <a:rPr lang="en-US" dirty="0">
                <a:solidFill>
                  <a:srgbClr val="000000"/>
                </a:solidFill>
              </a:rPr>
              <a:t> prover.</a:t>
            </a:r>
            <a:endParaRPr lang="en-US" sz="1800" dirty="0">
              <a:solidFill>
                <a:srgbClr val="000000"/>
              </a:solidFill>
              <a:effectLst/>
            </a:endParaRPr>
          </a:p>
          <a:p>
            <a:pPr algn="just"/>
            <a:endParaRPr lang="en-US" sz="160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</p:txBody>
      </p:sp>
      <p:cxnSp>
        <p:nvCxnSpPr>
          <p:cNvPr id="11" name="Connettore diritto 10">
            <a:extLst>
              <a:ext uri="{FF2B5EF4-FFF2-40B4-BE49-F238E27FC236}">
                <a16:creationId xmlns:a16="http://schemas.microsoft.com/office/drawing/2014/main" id="{E1986552-0B79-5B53-7C6F-9AC43F88B7A0}"/>
              </a:ext>
            </a:extLst>
          </p:cNvPr>
          <p:cNvCxnSpPr/>
          <p:nvPr/>
        </p:nvCxnSpPr>
        <p:spPr bwMode="auto">
          <a:xfrm>
            <a:off x="1539551" y="3082935"/>
            <a:ext cx="5822302" cy="0"/>
          </a:xfrm>
          <a:prstGeom prst="line">
            <a:avLst/>
          </a:prstGeom>
          <a:noFill/>
          <a:ln w="9525" cap="flat" cmpd="sng" algn="ctr">
            <a:solidFill>
              <a:schemeClr val="tx1"/>
            </a:solidFill>
            <a:prstDash val="lgDashDot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</p:cxnSp>
    </p:spTree>
    <p:extLst>
      <p:ext uri="{BB962C8B-B14F-4D97-AF65-F5344CB8AC3E}">
        <p14:creationId xmlns:p14="http://schemas.microsoft.com/office/powerpoint/2010/main" val="1863583174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spd="med">
        <p159:morph option="byObject"/>
      </p:transition>
    </mc:Choice>
    <mc:Fallback>
      <p:transition spd="med">
        <p:fade/>
      </p:transition>
    </mc:Fallback>
  </mc:AlternateContent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Segnaposto piè di pagina 4">
            <a:extLst>
              <a:ext uri="{FF2B5EF4-FFF2-40B4-BE49-F238E27FC236}">
                <a16:creationId xmlns:a16="http://schemas.microsoft.com/office/drawing/2014/main" id="{713867C7-99F0-42C1-BDF1-1330231C60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295400" y="6219825"/>
            <a:ext cx="2895600" cy="457200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rgbClr val="822433"/>
              </a:buClr>
              <a:buChar char="•"/>
              <a:defRPr sz="24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16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14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12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r>
              <a:rPr lang="it-IT" altLang="it-IT" sz="1100" dirty="0" err="1">
                <a:solidFill>
                  <a:schemeClr val="bg1"/>
                </a:solidFill>
              </a:rPr>
              <a:t>Integrating</a:t>
            </a:r>
            <a:r>
              <a:rPr lang="it-IT" altLang="it-IT" sz="1100" dirty="0">
                <a:solidFill>
                  <a:schemeClr val="bg1"/>
                </a:solidFill>
              </a:rPr>
              <a:t> Zero-Knowledge in SCAPI</a:t>
            </a:r>
          </a:p>
        </p:txBody>
      </p:sp>
      <p:sp>
        <p:nvSpPr>
          <p:cNvPr id="6" name="Segnaposto data 3">
            <a:extLst>
              <a:ext uri="{FF2B5EF4-FFF2-40B4-BE49-F238E27FC236}">
                <a16:creationId xmlns:a16="http://schemas.microsoft.com/office/drawing/2014/main" id="{55BEB4CF-D7F4-07C6-F774-7F44CFB6B3E3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343400" y="6146800"/>
            <a:ext cx="1905000" cy="457200"/>
          </a:xfrm>
        </p:spPr>
        <p:txBody>
          <a:bodyPr/>
          <a:lstStyle/>
          <a:p>
            <a:r>
              <a:rPr lang="it-IT" altLang="it-IT" dirty="0">
                <a:solidFill>
                  <a:schemeClr val="bg1"/>
                </a:solidFill>
              </a:rPr>
              <a:t>11/12/2023</a:t>
            </a:r>
          </a:p>
          <a:p>
            <a:endParaRPr lang="it-IT" altLang="it-IT" dirty="0"/>
          </a:p>
        </p:txBody>
      </p:sp>
      <p:sp>
        <p:nvSpPr>
          <p:cNvPr id="21" name="Rettangolo 20">
            <a:extLst>
              <a:ext uri="{FF2B5EF4-FFF2-40B4-BE49-F238E27FC236}">
                <a16:creationId xmlns:a16="http://schemas.microsoft.com/office/drawing/2014/main" id="{D0BA5FCB-10D6-0CD3-0772-A1B020E3967E}"/>
              </a:ext>
            </a:extLst>
          </p:cNvPr>
          <p:cNvSpPr/>
          <p:nvPr/>
        </p:nvSpPr>
        <p:spPr bwMode="auto">
          <a:xfrm>
            <a:off x="0" y="620688"/>
            <a:ext cx="3960440" cy="246224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it-IT" sz="900" b="0" i="0" u="none" strike="noStrike" cap="none" normalizeH="0" baseline="0">
              <a:ln>
                <a:noFill/>
              </a:ln>
              <a:solidFill>
                <a:schemeClr val="bg1"/>
              </a:solidFill>
              <a:effectLst/>
              <a:latin typeface="Arial" panose="020B0604020202020204" pitchFamily="34" charset="0"/>
              <a:ea typeface="ＭＳ Ｐゴシック" panose="020B0600070205080204" pitchFamily="34" charset="-128"/>
            </a:endParaRPr>
          </a:p>
        </p:txBody>
      </p:sp>
      <p:sp>
        <p:nvSpPr>
          <p:cNvPr id="2" name="Segnaposto numero diapositiva 5">
            <a:extLst>
              <a:ext uri="{FF2B5EF4-FFF2-40B4-BE49-F238E27FC236}">
                <a16:creationId xmlns:a16="http://schemas.microsoft.com/office/drawing/2014/main" id="{23CDD47C-4CEB-8639-F2E7-D6D2F85D31A7}"/>
              </a:ext>
            </a:extLst>
          </p:cNvPr>
          <p:cNvSpPr txBox="1">
            <a:spLocks/>
          </p:cNvSpPr>
          <p:nvPr/>
        </p:nvSpPr>
        <p:spPr bwMode="auto">
          <a:xfrm>
            <a:off x="6548472" y="6146800"/>
            <a:ext cx="19050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defPPr>
              <a:defRPr lang="it-IT"/>
            </a:defPPr>
            <a:lvl1pPr algn="r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22433"/>
              </a:buClr>
              <a:buChar char="•"/>
              <a:defRPr sz="2400" kern="12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 kern="12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1600" kern="12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1400" kern="12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 kern="12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defRPr>
            </a:lvl5pPr>
            <a:lvl6pPr marL="2514600" indent="-228600" algn="l" defTabSz="914400" rtl="0" eaLnBrk="0" fontAlgn="base" latinLnBrk="0" hangingPunct="0">
              <a:spcBef>
                <a:spcPct val="20000"/>
              </a:spcBef>
              <a:spcAft>
                <a:spcPct val="0"/>
              </a:spcAft>
              <a:buChar char="»"/>
              <a:defRPr sz="1200" kern="12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defRPr>
            </a:lvl6pPr>
            <a:lvl7pPr marL="2971800" indent="-228600" algn="l" defTabSz="914400" rtl="0" eaLnBrk="0" fontAlgn="base" latinLnBrk="0" hangingPunct="0">
              <a:spcBef>
                <a:spcPct val="20000"/>
              </a:spcBef>
              <a:spcAft>
                <a:spcPct val="0"/>
              </a:spcAft>
              <a:buChar char="»"/>
              <a:defRPr sz="1200" kern="12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defRPr>
            </a:lvl7pPr>
            <a:lvl8pPr marL="3429000" indent="-228600" algn="l" defTabSz="914400" rtl="0" eaLnBrk="0" fontAlgn="base" latinLnBrk="0" hangingPunct="0">
              <a:spcBef>
                <a:spcPct val="20000"/>
              </a:spcBef>
              <a:spcAft>
                <a:spcPct val="0"/>
              </a:spcAft>
              <a:buChar char="»"/>
              <a:defRPr sz="1200" kern="12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defRPr>
            </a:lvl8pPr>
            <a:lvl9pPr marL="3886200" indent="-228600" algn="l" defTabSz="914400" rtl="0" eaLnBrk="0" fontAlgn="base" latinLnBrk="0" hangingPunct="0">
              <a:spcBef>
                <a:spcPct val="20000"/>
              </a:spcBef>
              <a:spcAft>
                <a:spcPct val="0"/>
              </a:spcAft>
              <a:buChar char="»"/>
              <a:defRPr sz="1200" kern="12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r>
              <a:rPr lang="it-IT" altLang="it-IT" sz="1100" dirty="0">
                <a:solidFill>
                  <a:schemeClr val="bg1"/>
                </a:solidFill>
              </a:rPr>
              <a:t>Pagina 11 </a:t>
            </a:r>
          </a:p>
        </p:txBody>
      </p:sp>
      <p:sp>
        <p:nvSpPr>
          <p:cNvPr id="4" name="Rectangle 2">
            <a:extLst>
              <a:ext uri="{FF2B5EF4-FFF2-40B4-BE49-F238E27FC236}">
                <a16:creationId xmlns:a16="http://schemas.microsoft.com/office/drawing/2014/main" id="{08C22CE2-C3D6-2049-0DF7-E203F0E1DD6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0" y="368275"/>
            <a:ext cx="9144000" cy="5048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2400" b="1" kern="1200">
                <a:solidFill>
                  <a:srgbClr val="822433"/>
                </a:solidFill>
                <a:latin typeface="+mj-lt"/>
                <a:ea typeface="+mj-ea"/>
                <a:cs typeface="+mj-cs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822433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822433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822433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822433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822433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822433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822433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822433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algn="ctr" eaLnBrk="1" hangingPunct="1"/>
            <a:r>
              <a:rPr lang="it-IT" altLang="it-IT" dirty="0"/>
              <a:t>Implementazione – Sigma-</a:t>
            </a:r>
            <a:r>
              <a:rPr lang="it-IT" altLang="it-IT" dirty="0" err="1"/>
              <a:t>Protocol</a:t>
            </a:r>
            <a:r>
              <a:rPr lang="it-IT" altLang="it-IT" dirty="0"/>
              <a:t> </a:t>
            </a:r>
          </a:p>
          <a:p>
            <a:pPr algn="ctr" eaLnBrk="1" hangingPunct="1"/>
            <a:endParaRPr lang="it-IT" altLang="it-IT" dirty="0"/>
          </a:p>
        </p:txBody>
      </p:sp>
      <p:sp>
        <p:nvSpPr>
          <p:cNvPr id="3" name="CasellaDiTesto 2">
            <a:extLst>
              <a:ext uri="{FF2B5EF4-FFF2-40B4-BE49-F238E27FC236}">
                <a16:creationId xmlns:a16="http://schemas.microsoft.com/office/drawing/2014/main" id="{C1CAF294-62A7-F76D-70E0-33C1D755EAC9}"/>
              </a:ext>
            </a:extLst>
          </p:cNvPr>
          <p:cNvSpPr txBox="1"/>
          <p:nvPr/>
        </p:nvSpPr>
        <p:spPr bwMode="auto">
          <a:xfrm>
            <a:off x="1301621" y="2291209"/>
            <a:ext cx="6540758" cy="193899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0" indent="0" algn="just">
              <a:buNone/>
            </a:pPr>
            <a:r>
              <a:rPr lang="it-IT" sz="2000" dirty="0">
                <a:solidFill>
                  <a:srgbClr val="000000"/>
                </a:solidFill>
              </a:rPr>
              <a:t>Questa implementazione rispetta le caratteristiche per essere un Sigma-</a:t>
            </a:r>
            <a:r>
              <a:rPr lang="it-IT" sz="2000" dirty="0" err="1">
                <a:solidFill>
                  <a:srgbClr val="000000"/>
                </a:solidFill>
              </a:rPr>
              <a:t>Protocol</a:t>
            </a:r>
            <a:r>
              <a:rPr lang="it-IT" sz="2000" dirty="0">
                <a:solidFill>
                  <a:srgbClr val="000000"/>
                </a:solidFill>
              </a:rPr>
              <a:t>: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it-IT" sz="2000" dirty="0">
                <a:solidFill>
                  <a:srgbClr val="000000"/>
                </a:solidFill>
              </a:rPr>
              <a:t>Interazione 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it-IT" sz="2000" dirty="0">
                <a:solidFill>
                  <a:srgbClr val="000000"/>
                </a:solidFill>
              </a:rPr>
              <a:t>Non laconico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it-IT" sz="2000" dirty="0">
                <a:solidFill>
                  <a:srgbClr val="000000"/>
                </a:solidFill>
              </a:rPr>
              <a:t>Fasi distinte con scambio di tre messaggi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it-IT" sz="2000" dirty="0">
                <a:solidFill>
                  <a:srgbClr val="000000"/>
                </a:solidFill>
              </a:rPr>
              <a:t>HVZK</a:t>
            </a:r>
            <a:endParaRPr lang="en-US" sz="2000" dirty="0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57357151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spd="med">
        <p159:morph option="byObject"/>
      </p:transition>
    </mc:Choice>
    <mc:Fallback>
      <p:transition spd="med">
        <p:fade/>
      </p:transition>
    </mc:Fallback>
  </mc:AlternateContent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Segnaposto piè di pagina 4">
            <a:extLst>
              <a:ext uri="{FF2B5EF4-FFF2-40B4-BE49-F238E27FC236}">
                <a16:creationId xmlns:a16="http://schemas.microsoft.com/office/drawing/2014/main" id="{713867C7-99F0-42C1-BDF1-1330231C60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295400" y="6219825"/>
            <a:ext cx="2895600" cy="457200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rgbClr val="822433"/>
              </a:buClr>
              <a:buChar char="•"/>
              <a:defRPr sz="24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16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14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12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r>
              <a:rPr lang="it-IT" altLang="it-IT" sz="1100" dirty="0" err="1">
                <a:solidFill>
                  <a:schemeClr val="bg1"/>
                </a:solidFill>
              </a:rPr>
              <a:t>Integrating</a:t>
            </a:r>
            <a:r>
              <a:rPr lang="it-IT" altLang="it-IT" sz="1100" dirty="0">
                <a:solidFill>
                  <a:schemeClr val="bg1"/>
                </a:solidFill>
              </a:rPr>
              <a:t> Zero-Knowledge in SCAPI</a:t>
            </a:r>
          </a:p>
        </p:txBody>
      </p:sp>
      <p:sp>
        <p:nvSpPr>
          <p:cNvPr id="6" name="Segnaposto data 3">
            <a:extLst>
              <a:ext uri="{FF2B5EF4-FFF2-40B4-BE49-F238E27FC236}">
                <a16:creationId xmlns:a16="http://schemas.microsoft.com/office/drawing/2014/main" id="{55BEB4CF-D7F4-07C6-F774-7F44CFB6B3E3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343400" y="6146800"/>
            <a:ext cx="1905000" cy="457200"/>
          </a:xfrm>
        </p:spPr>
        <p:txBody>
          <a:bodyPr/>
          <a:lstStyle/>
          <a:p>
            <a:r>
              <a:rPr lang="it-IT" altLang="it-IT" dirty="0">
                <a:solidFill>
                  <a:schemeClr val="bg1"/>
                </a:solidFill>
              </a:rPr>
              <a:t>11/12/2023</a:t>
            </a:r>
          </a:p>
          <a:p>
            <a:endParaRPr lang="it-IT" altLang="it-IT" dirty="0"/>
          </a:p>
        </p:txBody>
      </p:sp>
      <p:sp>
        <p:nvSpPr>
          <p:cNvPr id="21" name="Rettangolo 20">
            <a:extLst>
              <a:ext uri="{FF2B5EF4-FFF2-40B4-BE49-F238E27FC236}">
                <a16:creationId xmlns:a16="http://schemas.microsoft.com/office/drawing/2014/main" id="{D0BA5FCB-10D6-0CD3-0772-A1B020E3967E}"/>
              </a:ext>
            </a:extLst>
          </p:cNvPr>
          <p:cNvSpPr/>
          <p:nvPr/>
        </p:nvSpPr>
        <p:spPr bwMode="auto">
          <a:xfrm>
            <a:off x="0" y="620688"/>
            <a:ext cx="3960440" cy="246224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it-IT" sz="900" b="0" i="0" u="none" strike="noStrike" cap="none" normalizeH="0" baseline="0">
              <a:ln>
                <a:noFill/>
              </a:ln>
              <a:solidFill>
                <a:schemeClr val="bg1"/>
              </a:solidFill>
              <a:effectLst/>
              <a:latin typeface="Arial" panose="020B0604020202020204" pitchFamily="34" charset="0"/>
              <a:ea typeface="ＭＳ Ｐゴシック" panose="020B0600070205080204" pitchFamily="34" charset="-128"/>
            </a:endParaRPr>
          </a:p>
        </p:txBody>
      </p:sp>
      <p:sp>
        <p:nvSpPr>
          <p:cNvPr id="2" name="Segnaposto numero diapositiva 5">
            <a:extLst>
              <a:ext uri="{FF2B5EF4-FFF2-40B4-BE49-F238E27FC236}">
                <a16:creationId xmlns:a16="http://schemas.microsoft.com/office/drawing/2014/main" id="{23CDD47C-4CEB-8639-F2E7-D6D2F85D31A7}"/>
              </a:ext>
            </a:extLst>
          </p:cNvPr>
          <p:cNvSpPr txBox="1">
            <a:spLocks/>
          </p:cNvSpPr>
          <p:nvPr/>
        </p:nvSpPr>
        <p:spPr bwMode="auto">
          <a:xfrm>
            <a:off x="6548472" y="6146800"/>
            <a:ext cx="19050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defPPr>
              <a:defRPr lang="it-IT"/>
            </a:defPPr>
            <a:lvl1pPr algn="r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22433"/>
              </a:buClr>
              <a:buChar char="•"/>
              <a:defRPr sz="2400" kern="12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 kern="12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1600" kern="12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1400" kern="12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 kern="12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defRPr>
            </a:lvl5pPr>
            <a:lvl6pPr marL="2514600" indent="-228600" algn="l" defTabSz="914400" rtl="0" eaLnBrk="0" fontAlgn="base" latinLnBrk="0" hangingPunct="0">
              <a:spcBef>
                <a:spcPct val="20000"/>
              </a:spcBef>
              <a:spcAft>
                <a:spcPct val="0"/>
              </a:spcAft>
              <a:buChar char="»"/>
              <a:defRPr sz="1200" kern="12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defRPr>
            </a:lvl6pPr>
            <a:lvl7pPr marL="2971800" indent="-228600" algn="l" defTabSz="914400" rtl="0" eaLnBrk="0" fontAlgn="base" latinLnBrk="0" hangingPunct="0">
              <a:spcBef>
                <a:spcPct val="20000"/>
              </a:spcBef>
              <a:spcAft>
                <a:spcPct val="0"/>
              </a:spcAft>
              <a:buChar char="»"/>
              <a:defRPr sz="1200" kern="12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defRPr>
            </a:lvl7pPr>
            <a:lvl8pPr marL="3429000" indent="-228600" algn="l" defTabSz="914400" rtl="0" eaLnBrk="0" fontAlgn="base" latinLnBrk="0" hangingPunct="0">
              <a:spcBef>
                <a:spcPct val="20000"/>
              </a:spcBef>
              <a:spcAft>
                <a:spcPct val="0"/>
              </a:spcAft>
              <a:buChar char="»"/>
              <a:defRPr sz="1200" kern="12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defRPr>
            </a:lvl8pPr>
            <a:lvl9pPr marL="3886200" indent="-228600" algn="l" defTabSz="914400" rtl="0" eaLnBrk="0" fontAlgn="base" latinLnBrk="0" hangingPunct="0">
              <a:spcBef>
                <a:spcPct val="20000"/>
              </a:spcBef>
              <a:spcAft>
                <a:spcPct val="0"/>
              </a:spcAft>
              <a:buChar char="»"/>
              <a:defRPr sz="1200" kern="12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r>
              <a:rPr lang="it-IT" altLang="it-IT" sz="1100" dirty="0">
                <a:solidFill>
                  <a:schemeClr val="bg1"/>
                </a:solidFill>
              </a:rPr>
              <a:t>Pagina 11 </a:t>
            </a:r>
          </a:p>
        </p:txBody>
      </p:sp>
      <p:sp>
        <p:nvSpPr>
          <p:cNvPr id="4" name="Rectangle 2">
            <a:extLst>
              <a:ext uri="{FF2B5EF4-FFF2-40B4-BE49-F238E27FC236}">
                <a16:creationId xmlns:a16="http://schemas.microsoft.com/office/drawing/2014/main" id="{08C22CE2-C3D6-2049-0DF7-E203F0E1DD6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0" y="368275"/>
            <a:ext cx="9144000" cy="5048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2400" b="1" kern="1200">
                <a:solidFill>
                  <a:srgbClr val="822433"/>
                </a:solidFill>
                <a:latin typeface="+mj-lt"/>
                <a:ea typeface="+mj-ea"/>
                <a:cs typeface="+mj-cs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822433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822433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822433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822433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822433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822433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822433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822433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algn="ctr" eaLnBrk="1" hangingPunct="1"/>
            <a:r>
              <a:rPr lang="it-IT" altLang="it-IT" dirty="0"/>
              <a:t>Implementazione </a:t>
            </a:r>
          </a:p>
          <a:p>
            <a:pPr algn="ctr" eaLnBrk="1" hangingPunct="1"/>
            <a:endParaRPr lang="it-IT" altLang="it-IT" dirty="0"/>
          </a:p>
        </p:txBody>
      </p:sp>
      <p:pic>
        <p:nvPicPr>
          <p:cNvPr id="5" name="Immagine 4">
            <a:extLst>
              <a:ext uri="{FF2B5EF4-FFF2-40B4-BE49-F238E27FC236}">
                <a16:creationId xmlns:a16="http://schemas.microsoft.com/office/drawing/2014/main" id="{3F59D153-1000-44A8-CBFC-1878D628D0B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209040"/>
            <a:ext cx="9144000" cy="44805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13893485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spd="med">
        <p159:morph option="byObject"/>
      </p:transition>
    </mc:Choice>
    <mc:Fallback>
      <p:transition spd="med">
        <p:fade/>
      </p:transition>
    </mc:Fallback>
  </mc:AlternateContent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Segnaposto piè di pagina 4">
            <a:extLst>
              <a:ext uri="{FF2B5EF4-FFF2-40B4-BE49-F238E27FC236}">
                <a16:creationId xmlns:a16="http://schemas.microsoft.com/office/drawing/2014/main" id="{713867C7-99F0-42C1-BDF1-1330231C60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295400" y="6219825"/>
            <a:ext cx="2895600" cy="457200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rgbClr val="822433"/>
              </a:buClr>
              <a:buChar char="•"/>
              <a:defRPr sz="24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16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14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12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r>
              <a:rPr lang="it-IT" altLang="it-IT" sz="1100" dirty="0" err="1">
                <a:solidFill>
                  <a:schemeClr val="bg1"/>
                </a:solidFill>
              </a:rPr>
              <a:t>Integrating</a:t>
            </a:r>
            <a:r>
              <a:rPr lang="it-IT" altLang="it-IT" sz="1100" dirty="0">
                <a:solidFill>
                  <a:schemeClr val="bg1"/>
                </a:solidFill>
              </a:rPr>
              <a:t> Zero-Knowledge in SCAPI</a:t>
            </a:r>
          </a:p>
        </p:txBody>
      </p:sp>
      <p:sp>
        <p:nvSpPr>
          <p:cNvPr id="6" name="Segnaposto data 3">
            <a:extLst>
              <a:ext uri="{FF2B5EF4-FFF2-40B4-BE49-F238E27FC236}">
                <a16:creationId xmlns:a16="http://schemas.microsoft.com/office/drawing/2014/main" id="{55BEB4CF-D7F4-07C6-F774-7F44CFB6B3E3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343400" y="6146800"/>
            <a:ext cx="1905000" cy="457200"/>
          </a:xfrm>
        </p:spPr>
        <p:txBody>
          <a:bodyPr/>
          <a:lstStyle/>
          <a:p>
            <a:r>
              <a:rPr lang="it-IT" altLang="it-IT" dirty="0">
                <a:solidFill>
                  <a:schemeClr val="bg1"/>
                </a:solidFill>
              </a:rPr>
              <a:t>11/12/2023</a:t>
            </a:r>
          </a:p>
          <a:p>
            <a:endParaRPr lang="it-IT" altLang="it-IT" dirty="0"/>
          </a:p>
        </p:txBody>
      </p:sp>
      <p:sp>
        <p:nvSpPr>
          <p:cNvPr id="21" name="Rettangolo 20">
            <a:extLst>
              <a:ext uri="{FF2B5EF4-FFF2-40B4-BE49-F238E27FC236}">
                <a16:creationId xmlns:a16="http://schemas.microsoft.com/office/drawing/2014/main" id="{D0BA5FCB-10D6-0CD3-0772-A1B020E3967E}"/>
              </a:ext>
            </a:extLst>
          </p:cNvPr>
          <p:cNvSpPr/>
          <p:nvPr/>
        </p:nvSpPr>
        <p:spPr bwMode="auto">
          <a:xfrm>
            <a:off x="0" y="620688"/>
            <a:ext cx="3960440" cy="246224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it-IT" sz="900" b="0" i="0" u="none" strike="noStrike" cap="none" normalizeH="0" baseline="0">
              <a:ln>
                <a:noFill/>
              </a:ln>
              <a:solidFill>
                <a:schemeClr val="bg1"/>
              </a:solidFill>
              <a:effectLst/>
              <a:latin typeface="Arial" panose="020B0604020202020204" pitchFamily="34" charset="0"/>
              <a:ea typeface="ＭＳ Ｐゴシック" panose="020B0600070205080204" pitchFamily="34" charset="-128"/>
            </a:endParaRPr>
          </a:p>
        </p:txBody>
      </p:sp>
      <p:sp>
        <p:nvSpPr>
          <p:cNvPr id="2" name="Segnaposto numero diapositiva 5">
            <a:extLst>
              <a:ext uri="{FF2B5EF4-FFF2-40B4-BE49-F238E27FC236}">
                <a16:creationId xmlns:a16="http://schemas.microsoft.com/office/drawing/2014/main" id="{23CDD47C-4CEB-8639-F2E7-D6D2F85D31A7}"/>
              </a:ext>
            </a:extLst>
          </p:cNvPr>
          <p:cNvSpPr txBox="1">
            <a:spLocks/>
          </p:cNvSpPr>
          <p:nvPr/>
        </p:nvSpPr>
        <p:spPr bwMode="auto">
          <a:xfrm>
            <a:off x="6548472" y="6146800"/>
            <a:ext cx="19050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defPPr>
              <a:defRPr lang="it-IT"/>
            </a:defPPr>
            <a:lvl1pPr algn="r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22433"/>
              </a:buClr>
              <a:buChar char="•"/>
              <a:defRPr sz="2400" kern="12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 kern="12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1600" kern="12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1400" kern="12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 kern="12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defRPr>
            </a:lvl5pPr>
            <a:lvl6pPr marL="2514600" indent="-228600" algn="l" defTabSz="914400" rtl="0" eaLnBrk="0" fontAlgn="base" latinLnBrk="0" hangingPunct="0">
              <a:spcBef>
                <a:spcPct val="20000"/>
              </a:spcBef>
              <a:spcAft>
                <a:spcPct val="0"/>
              </a:spcAft>
              <a:buChar char="»"/>
              <a:defRPr sz="1200" kern="12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defRPr>
            </a:lvl6pPr>
            <a:lvl7pPr marL="2971800" indent="-228600" algn="l" defTabSz="914400" rtl="0" eaLnBrk="0" fontAlgn="base" latinLnBrk="0" hangingPunct="0">
              <a:spcBef>
                <a:spcPct val="20000"/>
              </a:spcBef>
              <a:spcAft>
                <a:spcPct val="0"/>
              </a:spcAft>
              <a:buChar char="»"/>
              <a:defRPr sz="1200" kern="12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defRPr>
            </a:lvl7pPr>
            <a:lvl8pPr marL="3429000" indent="-228600" algn="l" defTabSz="914400" rtl="0" eaLnBrk="0" fontAlgn="base" latinLnBrk="0" hangingPunct="0">
              <a:spcBef>
                <a:spcPct val="20000"/>
              </a:spcBef>
              <a:spcAft>
                <a:spcPct val="0"/>
              </a:spcAft>
              <a:buChar char="»"/>
              <a:defRPr sz="1200" kern="12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defRPr>
            </a:lvl8pPr>
            <a:lvl9pPr marL="3886200" indent="-228600" algn="l" defTabSz="914400" rtl="0" eaLnBrk="0" fontAlgn="base" latinLnBrk="0" hangingPunct="0">
              <a:spcBef>
                <a:spcPct val="20000"/>
              </a:spcBef>
              <a:spcAft>
                <a:spcPct val="0"/>
              </a:spcAft>
              <a:buChar char="»"/>
              <a:defRPr sz="1200" kern="12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r>
              <a:rPr lang="it-IT" altLang="it-IT" sz="1100" dirty="0">
                <a:solidFill>
                  <a:schemeClr val="bg1"/>
                </a:solidFill>
              </a:rPr>
              <a:t>Pagina 12 </a:t>
            </a:r>
          </a:p>
        </p:txBody>
      </p:sp>
      <p:sp>
        <p:nvSpPr>
          <p:cNvPr id="4" name="Rectangle 2">
            <a:extLst>
              <a:ext uri="{FF2B5EF4-FFF2-40B4-BE49-F238E27FC236}">
                <a16:creationId xmlns:a16="http://schemas.microsoft.com/office/drawing/2014/main" id="{08C22CE2-C3D6-2049-0DF7-E203F0E1DD6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0" y="2830523"/>
            <a:ext cx="9144000" cy="5048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2400" b="1" kern="1200">
                <a:solidFill>
                  <a:srgbClr val="822433"/>
                </a:solidFill>
                <a:latin typeface="+mj-lt"/>
                <a:ea typeface="+mj-ea"/>
                <a:cs typeface="+mj-cs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822433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822433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822433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822433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822433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822433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822433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822433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algn="ctr" eaLnBrk="1" hangingPunct="1"/>
            <a:r>
              <a:rPr lang="it-IT" altLang="it-IT" dirty="0"/>
              <a:t>Conclusioni e sviluppi futuri </a:t>
            </a:r>
          </a:p>
          <a:p>
            <a:pPr algn="ctr" eaLnBrk="1" hangingPunct="1"/>
            <a:endParaRPr lang="it-IT" altLang="it-IT" dirty="0"/>
          </a:p>
        </p:txBody>
      </p:sp>
    </p:spTree>
    <p:extLst>
      <p:ext uri="{BB962C8B-B14F-4D97-AF65-F5344CB8AC3E}">
        <p14:creationId xmlns:p14="http://schemas.microsoft.com/office/powerpoint/2010/main" val="1171172193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spd="med">
        <p159:morph option="byObject"/>
      </p:transition>
    </mc:Choice>
    <mc:Fallback>
      <p:transition spd="med">
        <p:fade/>
      </p:transition>
    </mc:Fallback>
  </mc:AlternateContent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Segnaposto piè di pagina 4">
            <a:extLst>
              <a:ext uri="{FF2B5EF4-FFF2-40B4-BE49-F238E27FC236}">
                <a16:creationId xmlns:a16="http://schemas.microsoft.com/office/drawing/2014/main" id="{713867C7-99F0-42C1-BDF1-1330231C60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295400" y="6219825"/>
            <a:ext cx="2895600" cy="457200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rgbClr val="822433"/>
              </a:buClr>
              <a:buChar char="•"/>
              <a:defRPr sz="24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16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14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12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r>
              <a:rPr lang="it-IT" altLang="it-IT" sz="1100" dirty="0" err="1">
                <a:solidFill>
                  <a:schemeClr val="bg1"/>
                </a:solidFill>
              </a:rPr>
              <a:t>Integrating</a:t>
            </a:r>
            <a:r>
              <a:rPr lang="it-IT" altLang="it-IT" sz="1100" dirty="0">
                <a:solidFill>
                  <a:schemeClr val="bg1"/>
                </a:solidFill>
              </a:rPr>
              <a:t> Zero-Knowledge in SCAPI</a:t>
            </a:r>
          </a:p>
        </p:txBody>
      </p:sp>
      <p:sp>
        <p:nvSpPr>
          <p:cNvPr id="6" name="Segnaposto data 3">
            <a:extLst>
              <a:ext uri="{FF2B5EF4-FFF2-40B4-BE49-F238E27FC236}">
                <a16:creationId xmlns:a16="http://schemas.microsoft.com/office/drawing/2014/main" id="{55BEB4CF-D7F4-07C6-F774-7F44CFB6B3E3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343400" y="6146800"/>
            <a:ext cx="1905000" cy="457200"/>
          </a:xfrm>
        </p:spPr>
        <p:txBody>
          <a:bodyPr/>
          <a:lstStyle/>
          <a:p>
            <a:r>
              <a:rPr lang="it-IT" altLang="it-IT" dirty="0">
                <a:solidFill>
                  <a:schemeClr val="bg1"/>
                </a:solidFill>
              </a:rPr>
              <a:t>11/12/2023</a:t>
            </a:r>
          </a:p>
          <a:p>
            <a:endParaRPr lang="it-IT" altLang="it-IT" dirty="0"/>
          </a:p>
        </p:txBody>
      </p:sp>
      <p:sp>
        <p:nvSpPr>
          <p:cNvPr id="21" name="Rettangolo 20">
            <a:extLst>
              <a:ext uri="{FF2B5EF4-FFF2-40B4-BE49-F238E27FC236}">
                <a16:creationId xmlns:a16="http://schemas.microsoft.com/office/drawing/2014/main" id="{D0BA5FCB-10D6-0CD3-0772-A1B020E3967E}"/>
              </a:ext>
            </a:extLst>
          </p:cNvPr>
          <p:cNvSpPr/>
          <p:nvPr/>
        </p:nvSpPr>
        <p:spPr bwMode="auto">
          <a:xfrm>
            <a:off x="0" y="620688"/>
            <a:ext cx="3960440" cy="246224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it-IT" sz="900" b="0" i="0" u="none" strike="noStrike" cap="none" normalizeH="0" baseline="0">
              <a:ln>
                <a:noFill/>
              </a:ln>
              <a:solidFill>
                <a:schemeClr val="bg1"/>
              </a:solidFill>
              <a:effectLst/>
              <a:latin typeface="Arial" panose="020B0604020202020204" pitchFamily="34" charset="0"/>
              <a:ea typeface="ＭＳ Ｐゴシック" panose="020B0600070205080204" pitchFamily="34" charset="-128"/>
            </a:endParaRPr>
          </a:p>
        </p:txBody>
      </p:sp>
      <p:sp>
        <p:nvSpPr>
          <p:cNvPr id="2" name="Segnaposto numero diapositiva 5">
            <a:extLst>
              <a:ext uri="{FF2B5EF4-FFF2-40B4-BE49-F238E27FC236}">
                <a16:creationId xmlns:a16="http://schemas.microsoft.com/office/drawing/2014/main" id="{23CDD47C-4CEB-8639-F2E7-D6D2F85D31A7}"/>
              </a:ext>
            </a:extLst>
          </p:cNvPr>
          <p:cNvSpPr txBox="1">
            <a:spLocks/>
          </p:cNvSpPr>
          <p:nvPr/>
        </p:nvSpPr>
        <p:spPr bwMode="auto">
          <a:xfrm>
            <a:off x="6548472" y="6146800"/>
            <a:ext cx="19050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defPPr>
              <a:defRPr lang="it-IT"/>
            </a:defPPr>
            <a:lvl1pPr algn="r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22433"/>
              </a:buClr>
              <a:buChar char="•"/>
              <a:defRPr sz="2400" kern="12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 kern="12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1600" kern="12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1400" kern="12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 kern="12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defRPr>
            </a:lvl5pPr>
            <a:lvl6pPr marL="2514600" indent="-228600" algn="l" defTabSz="914400" rtl="0" eaLnBrk="0" fontAlgn="base" latinLnBrk="0" hangingPunct="0">
              <a:spcBef>
                <a:spcPct val="20000"/>
              </a:spcBef>
              <a:spcAft>
                <a:spcPct val="0"/>
              </a:spcAft>
              <a:buChar char="»"/>
              <a:defRPr sz="1200" kern="12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defRPr>
            </a:lvl6pPr>
            <a:lvl7pPr marL="2971800" indent="-228600" algn="l" defTabSz="914400" rtl="0" eaLnBrk="0" fontAlgn="base" latinLnBrk="0" hangingPunct="0">
              <a:spcBef>
                <a:spcPct val="20000"/>
              </a:spcBef>
              <a:spcAft>
                <a:spcPct val="0"/>
              </a:spcAft>
              <a:buChar char="»"/>
              <a:defRPr sz="1200" kern="12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defRPr>
            </a:lvl7pPr>
            <a:lvl8pPr marL="3429000" indent="-228600" algn="l" defTabSz="914400" rtl="0" eaLnBrk="0" fontAlgn="base" latinLnBrk="0" hangingPunct="0">
              <a:spcBef>
                <a:spcPct val="20000"/>
              </a:spcBef>
              <a:spcAft>
                <a:spcPct val="0"/>
              </a:spcAft>
              <a:buChar char="»"/>
              <a:defRPr sz="1200" kern="12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defRPr>
            </a:lvl8pPr>
            <a:lvl9pPr marL="3886200" indent="-228600" algn="l" defTabSz="914400" rtl="0" eaLnBrk="0" fontAlgn="base" latinLnBrk="0" hangingPunct="0">
              <a:spcBef>
                <a:spcPct val="20000"/>
              </a:spcBef>
              <a:spcAft>
                <a:spcPct val="0"/>
              </a:spcAft>
              <a:buChar char="»"/>
              <a:defRPr sz="1200" kern="12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r>
              <a:rPr lang="it-IT" altLang="it-IT" sz="1100" dirty="0">
                <a:solidFill>
                  <a:schemeClr val="bg1"/>
                </a:solidFill>
              </a:rPr>
              <a:t>Pagina 12 </a:t>
            </a:r>
          </a:p>
        </p:txBody>
      </p:sp>
      <p:sp>
        <p:nvSpPr>
          <p:cNvPr id="4" name="Rectangle 2">
            <a:extLst>
              <a:ext uri="{FF2B5EF4-FFF2-40B4-BE49-F238E27FC236}">
                <a16:creationId xmlns:a16="http://schemas.microsoft.com/office/drawing/2014/main" id="{08C22CE2-C3D6-2049-0DF7-E203F0E1DD6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0" y="368275"/>
            <a:ext cx="9144000" cy="5048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2400" b="1" kern="1200">
                <a:solidFill>
                  <a:srgbClr val="822433"/>
                </a:solidFill>
                <a:latin typeface="+mj-lt"/>
                <a:ea typeface="+mj-ea"/>
                <a:cs typeface="+mj-cs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822433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822433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822433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822433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822433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822433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822433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822433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algn="ctr" eaLnBrk="1" hangingPunct="1"/>
            <a:r>
              <a:rPr lang="it-IT" altLang="it-IT" dirty="0"/>
              <a:t>Conclusioni e sviluppi futuri </a:t>
            </a:r>
          </a:p>
          <a:p>
            <a:pPr algn="ctr" eaLnBrk="1" hangingPunct="1"/>
            <a:endParaRPr lang="it-IT" altLang="it-IT" dirty="0"/>
          </a:p>
        </p:txBody>
      </p:sp>
      <p:sp>
        <p:nvSpPr>
          <p:cNvPr id="3" name="CasellaDiTesto 2">
            <a:extLst>
              <a:ext uri="{FF2B5EF4-FFF2-40B4-BE49-F238E27FC236}">
                <a16:creationId xmlns:a16="http://schemas.microsoft.com/office/drawing/2014/main" id="{4B621E4E-0E66-DEEF-BE46-DE1E368C6AEA}"/>
              </a:ext>
            </a:extLst>
          </p:cNvPr>
          <p:cNvSpPr txBox="1"/>
          <p:nvPr/>
        </p:nvSpPr>
        <p:spPr bwMode="auto">
          <a:xfrm>
            <a:off x="1184988" y="1754155"/>
            <a:ext cx="6820677" cy="31700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342900" indent="-342900" algn="just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22433"/>
              </a:buClr>
              <a:buSzPct val="125000"/>
              <a:buFont typeface="Arial" panose="020B0604020202020204" pitchFamily="34" charset="0"/>
              <a:buChar char="•"/>
            </a:pPr>
            <a:r>
              <a:rPr lang="it-IT" sz="2000" dirty="0">
                <a:solidFill>
                  <a:srgbClr val="000000"/>
                </a:solidFill>
              </a:rPr>
              <a:t>Il lavoro di tirocinio si è incentrato sullo studio di protocolli interattivi e sull’implementazione di un ZKP.</a:t>
            </a:r>
          </a:p>
          <a:p>
            <a:pPr marL="342900" indent="-342900" algn="just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22433"/>
              </a:buClr>
              <a:buSzPct val="125000"/>
              <a:buFont typeface="Arial" panose="020B0604020202020204" pitchFamily="34" charset="0"/>
              <a:buChar char="•"/>
            </a:pPr>
            <a:endParaRPr lang="it-IT" sz="2000" dirty="0">
              <a:solidFill>
                <a:srgbClr val="000000"/>
              </a:solidFill>
            </a:endParaRPr>
          </a:p>
          <a:p>
            <a:pPr marL="342900" indent="-342900" algn="just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22433"/>
              </a:buClr>
              <a:buSzPct val="125000"/>
              <a:buFont typeface="Arial" panose="020B0604020202020204" pitchFamily="34" charset="0"/>
              <a:buChar char="•"/>
            </a:pPr>
            <a:r>
              <a:rPr lang="it-IT" sz="2000" dirty="0">
                <a:solidFill>
                  <a:srgbClr val="000000"/>
                </a:solidFill>
              </a:rPr>
              <a:t>Librerie crittografiche sulla computazione sicura come SCAPI sono importanti, ma spesso troppo astratte.</a:t>
            </a:r>
          </a:p>
          <a:p>
            <a:pPr marL="342900" indent="-342900" algn="just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22433"/>
              </a:buClr>
              <a:buSzPct val="125000"/>
              <a:buFont typeface="Arial" panose="020B0604020202020204" pitchFamily="34" charset="0"/>
              <a:buChar char="•"/>
            </a:pPr>
            <a:endParaRPr lang="it-IT" sz="2000" dirty="0">
              <a:solidFill>
                <a:srgbClr val="000000"/>
              </a:solidFill>
            </a:endParaRPr>
          </a:p>
          <a:p>
            <a:pPr marL="342900" indent="-342900" algn="just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22433"/>
              </a:buClr>
              <a:buSzPct val="125000"/>
              <a:buFont typeface="Arial" panose="020B0604020202020204" pitchFamily="34" charset="0"/>
              <a:buChar char="•"/>
            </a:pPr>
            <a:r>
              <a:rPr lang="it-IT" sz="2000" dirty="0">
                <a:solidFill>
                  <a:srgbClr val="000000"/>
                </a:solidFill>
              </a:rPr>
              <a:t>E’ possibile utilizzare la DDH presentata come parte di protocolli più complessi.</a:t>
            </a:r>
          </a:p>
          <a:p>
            <a:pPr marL="342900" indent="-3429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22433"/>
              </a:buClr>
              <a:buSzPct val="125000"/>
              <a:buFont typeface="Arial" panose="020B0604020202020204" pitchFamily="34" charset="0"/>
              <a:buChar char="•"/>
            </a:pPr>
            <a:endParaRPr lang="it-IT" sz="2000" dirty="0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44672806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spd="med">
        <p159:morph option="byObject"/>
      </p:transition>
    </mc:Choice>
    <mc:Fallback>
      <p:transition spd="med">
        <p:fade/>
      </p:transition>
    </mc:Fallback>
  </mc:AlternateContent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11">
            <a:extLst>
              <a:ext uri="{FF2B5EF4-FFF2-40B4-BE49-F238E27FC236}">
                <a16:creationId xmlns:a16="http://schemas.microsoft.com/office/drawing/2014/main" id="{267DC902-A624-4C76-8EAF-751F3DF331FE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-300653"/>
            <a:ext cx="9144000" cy="4905375"/>
          </a:xfrm>
          <a:prstGeom prst="rect">
            <a:avLst/>
          </a:prstGeom>
          <a:solidFill>
            <a:srgbClr val="006778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rgbClr val="822433"/>
              </a:buClr>
              <a:buChar char="•"/>
              <a:defRPr sz="24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16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14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12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endParaRPr lang="it-IT" altLang="it-IT" sz="900"/>
          </a:p>
        </p:txBody>
      </p:sp>
      <p:sp>
        <p:nvSpPr>
          <p:cNvPr id="4099" name="Rectangle 3">
            <a:extLst>
              <a:ext uri="{FF2B5EF4-FFF2-40B4-BE49-F238E27FC236}">
                <a16:creationId xmlns:a16="http://schemas.microsoft.com/office/drawing/2014/main" id="{E95D14FC-551C-4056-B734-9753F1705EE5}"/>
              </a:ext>
            </a:extLst>
          </p:cNvPr>
          <p:cNvSpPr>
            <a:spLocks noGrp="1" noChangeArrowheads="1"/>
          </p:cNvSpPr>
          <p:nvPr>
            <p:ph type="ctrTitle"/>
          </p:nvPr>
        </p:nvSpPr>
        <p:spPr>
          <a:xfrm>
            <a:off x="1331640" y="1038337"/>
            <a:ext cx="6769100" cy="879251"/>
          </a:xfrm>
        </p:spPr>
        <p:txBody>
          <a:bodyPr anchor="t"/>
          <a:lstStyle/>
          <a:p>
            <a:pPr eaLnBrk="1" hangingPunct="1"/>
            <a:r>
              <a:rPr lang="it-IT" sz="2400" i="0" dirty="0" err="1">
                <a:solidFill>
                  <a:schemeClr val="bg1"/>
                </a:solidFill>
                <a:effectLst/>
              </a:rPr>
              <a:t>Integratin</a:t>
            </a:r>
            <a:r>
              <a:rPr lang="it-IT" sz="2400" dirty="0" err="1">
                <a:solidFill>
                  <a:schemeClr val="bg1"/>
                </a:solidFill>
              </a:rPr>
              <a:t>g</a:t>
            </a:r>
            <a:r>
              <a:rPr lang="it-IT" sz="2400" dirty="0">
                <a:solidFill>
                  <a:schemeClr val="bg1"/>
                </a:solidFill>
              </a:rPr>
              <a:t> Zero-Knowledge in SCAPI</a:t>
            </a:r>
            <a:br>
              <a:rPr lang="it-IT" altLang="it-IT" sz="2400" dirty="0">
                <a:solidFill>
                  <a:schemeClr val="bg1"/>
                </a:solidFill>
              </a:rPr>
            </a:br>
            <a:endParaRPr lang="it-IT" altLang="it-IT" sz="2400" dirty="0">
              <a:solidFill>
                <a:schemeClr val="bg1"/>
              </a:solidFill>
            </a:endParaRPr>
          </a:p>
        </p:txBody>
      </p:sp>
      <p:grpSp>
        <p:nvGrpSpPr>
          <p:cNvPr id="4100" name="Group 17">
            <a:extLst>
              <a:ext uri="{FF2B5EF4-FFF2-40B4-BE49-F238E27FC236}">
                <a16:creationId xmlns:a16="http://schemas.microsoft.com/office/drawing/2014/main" id="{2D2EEADD-500C-42BA-9607-BB90380440B8}"/>
              </a:ext>
            </a:extLst>
          </p:cNvPr>
          <p:cNvGrpSpPr>
            <a:grpSpLocks/>
          </p:cNvGrpSpPr>
          <p:nvPr/>
        </p:nvGrpSpPr>
        <p:grpSpPr bwMode="auto">
          <a:xfrm>
            <a:off x="-11113" y="3427413"/>
            <a:ext cx="9155113" cy="3427412"/>
            <a:chOff x="0" y="2675"/>
            <a:chExt cx="5761" cy="1645"/>
          </a:xfrm>
        </p:grpSpPr>
        <p:pic>
          <p:nvPicPr>
            <p:cNvPr id="4104" name="Picture 15" descr="Fondino">
              <a:extLst>
                <a:ext uri="{FF2B5EF4-FFF2-40B4-BE49-F238E27FC236}">
                  <a16:creationId xmlns:a16="http://schemas.microsoft.com/office/drawing/2014/main" id="{CB42C5A4-4FBC-4C9B-9C84-71F913222C72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0" y="3090"/>
              <a:ext cx="5760" cy="123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4105" name="Picture 16" descr="fascia">
              <a:extLst>
                <a:ext uri="{FF2B5EF4-FFF2-40B4-BE49-F238E27FC236}">
                  <a16:creationId xmlns:a16="http://schemas.microsoft.com/office/drawing/2014/main" id="{BE330423-C033-4972-8FA4-097595E476A1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317" y="2675"/>
              <a:ext cx="4444" cy="42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sp>
        <p:nvSpPr>
          <p:cNvPr id="4101" name="CasellaDiTesto 2">
            <a:extLst>
              <a:ext uri="{FF2B5EF4-FFF2-40B4-BE49-F238E27FC236}">
                <a16:creationId xmlns:a16="http://schemas.microsoft.com/office/drawing/2014/main" id="{63758B8A-8CEB-444E-A7EB-3F7A5033280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290763" y="3427413"/>
            <a:ext cx="6146800" cy="830997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>
            <a:lvl1pPr>
              <a:defRPr sz="9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9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9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9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9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9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9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9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9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/>
            <a:r>
              <a:rPr lang="it-IT" altLang="it-IT" sz="1600" dirty="0">
                <a:latin typeface="+mn-lt"/>
              </a:rPr>
              <a:t>Facoltà di Ingegneria </a:t>
            </a:r>
            <a:r>
              <a:rPr lang="it-IT" altLang="it-IT" sz="1600" dirty="0"/>
              <a:t>dell’Informazione, Informatica e Statistica</a:t>
            </a:r>
          </a:p>
          <a:p>
            <a:pPr eaLnBrk="1" hangingPunct="1"/>
            <a:r>
              <a:rPr lang="it-IT" altLang="it-IT" sz="1600" dirty="0"/>
              <a:t>Corso di Laurea in Informatica</a:t>
            </a:r>
          </a:p>
          <a:p>
            <a:pPr>
              <a:defRPr/>
            </a:pPr>
            <a:endParaRPr lang="it-IT" altLang="it-IT" sz="1600" dirty="0">
              <a:latin typeface="+mn-lt"/>
            </a:endParaRPr>
          </a:p>
        </p:txBody>
      </p:sp>
      <p:pic>
        <p:nvPicPr>
          <p:cNvPr id="11" name="Picture 10" descr="A white text on a black background&#10;&#10;Description automatically generated with medium confidence">
            <a:extLst>
              <a:ext uri="{FF2B5EF4-FFF2-40B4-BE49-F238E27FC236}">
                <a16:creationId xmlns:a16="http://schemas.microsoft.com/office/drawing/2014/main" id="{22F9C5F7-FD61-A349-ECD3-BD63DBD74EF5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03648" y="4631736"/>
            <a:ext cx="2552120" cy="7876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42767607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</p:sld>
</file>

<file path=ppt/theme/theme1.xml><?xml version="1.0" encoding="utf-8"?>
<a:theme xmlns:a="http://schemas.openxmlformats.org/drawingml/2006/main" name="la sapienza">
  <a:themeElements>
    <a:clrScheme name="">
      <a:dk1>
        <a:srgbClr val="822433"/>
      </a:dk1>
      <a:lt1>
        <a:srgbClr val="FFFFFF"/>
      </a:lt1>
      <a:dk2>
        <a:srgbClr val="822433"/>
      </a:dk2>
      <a:lt2>
        <a:srgbClr val="808080"/>
      </a:lt2>
      <a:accent1>
        <a:srgbClr val="BBE0E3"/>
      </a:accent1>
      <a:accent2>
        <a:srgbClr val="FFFF00"/>
      </a:accent2>
      <a:accent3>
        <a:srgbClr val="FFFFFF"/>
      </a:accent3>
      <a:accent4>
        <a:srgbClr val="6E1D2A"/>
      </a:accent4>
      <a:accent5>
        <a:srgbClr val="DAEDEF"/>
      </a:accent5>
      <a:accent6>
        <a:srgbClr val="E7E700"/>
      </a:accent6>
      <a:hlink>
        <a:srgbClr val="0000FF"/>
      </a:hlink>
      <a:folHlink>
        <a:srgbClr val="FF0000"/>
      </a:folHlink>
    </a:clrScheme>
    <a:fontScheme name="la sapienza">
      <a:majorFont>
        <a:latin typeface="Arial"/>
        <a:ea typeface="ＭＳ Ｐゴシック"/>
        <a:cs typeface=""/>
      </a:majorFont>
      <a:minorFont>
        <a:latin typeface="Arial"/>
        <a:ea typeface="ＭＳ Ｐゴシック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>
          <a:noFill/>
        </a:ln>
        <a:effectLst/>
        <a:extLst>
          <a:ext uri="{909E8E84-426E-40DD-AFC4-6F175D3DCCD1}">
            <a14:hiddenFill xmlns:a14="http://schemas.microsoft.com/office/drawing/2010/main">
              <a:solidFill>
                <a:schemeClr val="accent1"/>
              </a:solidFill>
            </a14:hiddenFill>
          </a:ext>
          <a:ext uri="{91240B29-F687-4F45-9708-019B960494DF}">
            <a14:hiddenLine xmlns:a14="http://schemas.microsoft.com/office/drawing/2010/main"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14:hiddenLine>
          </a:ext>
          <a:ext uri="{AF507438-7753-43E0-B8FC-AC1667EBCBE1}">
            <a14:hiddenEffects xmlns:a14="http://schemas.microsoft.com/office/drawing/2010/main">
              <a:effectLst>
                <a:outerShdw blurRad="63500" dist="38099" dir="2700000" algn="ctr" rotWithShape="0">
                  <a:srgbClr val="000000">
                    <a:alpha val="74998"/>
                  </a:srgbClr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it-IT" altLang="it-IT" sz="900" b="0" i="0" u="none" strike="noStrike" cap="none" normalizeH="0" baseline="0" smtClean="0">
            <a:ln>
              <a:noFill/>
            </a:ln>
            <a:solidFill>
              <a:schemeClr val="bg1"/>
            </a:solidFill>
            <a:effectLst/>
            <a:latin typeface="Arial" panose="020B0604020202020204" pitchFamily="34" charset="0"/>
            <a:ea typeface="ＭＳ Ｐゴシック" panose="020B0600070205080204" pitchFamily="34" charset="-128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>
          <a:noFill/>
        </a:ln>
        <a:effectLst/>
        <a:extLst>
          <a:ext uri="{909E8E84-426E-40DD-AFC4-6F175D3DCCD1}">
            <a14:hiddenFill xmlns:a14="http://schemas.microsoft.com/office/drawing/2010/main">
              <a:solidFill>
                <a:schemeClr val="accent1"/>
              </a:solidFill>
            </a14:hiddenFill>
          </a:ext>
          <a:ext uri="{91240B29-F687-4F45-9708-019B960494DF}">
            <a14:hiddenLine xmlns:a14="http://schemas.microsoft.com/office/drawing/2010/main"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14:hiddenLine>
          </a:ext>
          <a:ext uri="{AF507438-7753-43E0-B8FC-AC1667EBCBE1}">
            <a14:hiddenEffects xmlns:a14="http://schemas.microsoft.com/office/drawing/2010/main">
              <a:effectLst>
                <a:outerShdw blurRad="63500" dist="38099" dir="2700000" algn="ctr" rotWithShape="0">
                  <a:srgbClr val="000000">
                    <a:alpha val="74998"/>
                  </a:srgbClr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it-IT" altLang="it-IT" sz="900" b="0" i="0" u="none" strike="noStrike" cap="none" normalizeH="0" baseline="0" smtClean="0">
            <a:ln>
              <a:noFill/>
            </a:ln>
            <a:solidFill>
              <a:schemeClr val="bg1"/>
            </a:solidFill>
            <a:effectLst/>
            <a:latin typeface="Arial" panose="020B0604020202020204" pitchFamily="34" charset="0"/>
            <a:ea typeface="ＭＳ Ｐゴシック" panose="020B0600070205080204" pitchFamily="34" charset="-128"/>
          </a:defRPr>
        </a:defPPr>
      </a:lstStyle>
    </a:lnDef>
    <a:txDef>
      <a:spPr bwMode="auto">
        <a:noFill/>
        <a:ln>
          <a:noFill/>
        </a:ln>
        <a:extLst>
          <a:ext uri="{909E8E84-426E-40DD-AFC4-6F175D3DCCD1}">
            <a14:hiddenFill xmlns:a14="http://schemas.microsoft.com/office/drawing/2010/main">
              <a:solidFill>
                <a:schemeClr val="accent1"/>
              </a:solidFill>
            </a14:hiddenFill>
          </a:ext>
          <a:ext uri="{91240B29-F687-4F45-9708-019B960494DF}">
            <a14:hiddenLine xmlns:a14="http://schemas.microsoft.com/office/drawing/2010/main" w="9525">
              <a:solidFill>
                <a:schemeClr val="tx1"/>
              </a:solidFill>
              <a:miter lim="800000"/>
              <a:headEnd/>
              <a:tailEnd/>
            </a14:hiddenLine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indent="0" algn="ctr">
          <a:buNone/>
          <a:defRPr sz="2000" dirty="0" smtClean="0"/>
        </a:defPPr>
      </a:lstStyle>
    </a:txDef>
  </a:objectDefaults>
  <a:extraClrSchemeLst>
    <a:extraClrScheme>
      <a:clrScheme name="la sapienza 1">
        <a:dk1>
          <a:srgbClr val="000000"/>
        </a:dk1>
        <a:lt1>
          <a:srgbClr val="FFFFFF"/>
        </a:lt1>
        <a:dk2>
          <a:srgbClr val="FFFFFF"/>
        </a:dk2>
        <a:lt2>
          <a:srgbClr val="2D2015"/>
        </a:lt2>
        <a:accent1>
          <a:srgbClr val="7C7C7C"/>
        </a:accent1>
        <a:accent2>
          <a:srgbClr val="FFFF7E"/>
        </a:accent2>
        <a:accent3>
          <a:srgbClr val="FFFFFF"/>
        </a:accent3>
        <a:accent4>
          <a:srgbClr val="000000"/>
        </a:accent4>
        <a:accent5>
          <a:srgbClr val="BFBFBF"/>
        </a:accent5>
        <a:accent6>
          <a:srgbClr val="E7E772"/>
        </a:accent6>
        <a:hlink>
          <a:srgbClr val="066778"/>
        </a:hlink>
        <a:folHlink>
          <a:srgbClr val="83002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i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B999E04837717245A32832207D4E88DA" ma:contentTypeVersion="3" ma:contentTypeDescription="Create a new document." ma:contentTypeScope="" ma:versionID="9f51ac6b34f8e66618420df85a8b7b7d">
  <xsd:schema xmlns:xsd="http://www.w3.org/2001/XMLSchema" xmlns:xs="http://www.w3.org/2001/XMLSchema" xmlns:p="http://schemas.microsoft.com/office/2006/metadata/properties" xmlns:ns3="1bbbcaa9-07c0-4e7f-b8a5-8d5b9cc29776" targetNamespace="http://schemas.microsoft.com/office/2006/metadata/properties" ma:root="true" ma:fieldsID="ad3d7b3ad6b0dca0599f29baf2aa1e49" ns3:_="">
    <xsd:import namespace="1bbbcaa9-07c0-4e7f-b8a5-8d5b9cc29776"/>
    <xsd:element name="properties">
      <xsd:complexType>
        <xsd:sequence>
          <xsd:element name="documentManagement">
            <xsd:complexType>
              <xsd:all>
                <xsd:element ref="ns3:MediaServiceMetadata" minOccurs="0"/>
                <xsd:element ref="ns3:MediaServiceFastMetadata" minOccurs="0"/>
                <xsd:element ref="ns3:MediaServiceObjectDetectorVersion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bbbcaa9-07c0-4e7f-b8a5-8d5b9cc29776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bjectDetectorVersions" ma:index="10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061AFC3D-B83C-4E24-9DF9-B5B5E9CA8E07}">
  <ds:schemaRefs>
    <ds:schemaRef ds:uri="1bbbcaa9-07c0-4e7f-b8a5-8d5b9cc29776"/>
    <ds:schemaRef ds:uri="http://schemas.openxmlformats.org/package/2006/metadata/core-properties"/>
    <ds:schemaRef ds:uri="http://schemas.microsoft.com/office/2006/metadata/properties"/>
    <ds:schemaRef ds:uri="http://purl.org/dc/terms/"/>
    <ds:schemaRef ds:uri="http://purl.org/dc/dcmitype/"/>
    <ds:schemaRef ds:uri="http://www.w3.org/XML/1998/namespace"/>
    <ds:schemaRef ds:uri="http://schemas.microsoft.com/office/2006/documentManagement/types"/>
    <ds:schemaRef ds:uri="http://schemas.microsoft.com/office/infopath/2007/PartnerControls"/>
    <ds:schemaRef ds:uri="http://purl.org/dc/elements/1.1/"/>
  </ds:schemaRefs>
</ds:datastoreItem>
</file>

<file path=customXml/itemProps2.xml><?xml version="1.0" encoding="utf-8"?>
<ds:datastoreItem xmlns:ds="http://schemas.openxmlformats.org/officeDocument/2006/customXml" ds:itemID="{FAA70C78-0324-40F1-BFEE-15BDD3256C9B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1bbbcaa9-07c0-4e7f-b8a5-8d5b9cc29776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F7E47546-1DF3-4C3B-ABCE-D17FC1DBA33F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Office 2013 - 2022 Theme</Template>
  <TotalTime>8970</TotalTime>
  <Words>2378</Words>
  <Application>Microsoft Office PowerPoint</Application>
  <PresentationFormat>Presentazione su schermo (4:3)</PresentationFormat>
  <Paragraphs>550</Paragraphs>
  <Slides>63</Slides>
  <Notes>63</Notes>
  <HiddenSlides>0</HiddenSlides>
  <MMClips>0</MMClips>
  <ScaleCrop>false</ScaleCrop>
  <HeadingPairs>
    <vt:vector size="6" baseType="variant">
      <vt:variant>
        <vt:lpstr>Caratteri utilizzati</vt:lpstr>
      </vt:variant>
      <vt:variant>
        <vt:i4>5</vt:i4>
      </vt:variant>
      <vt:variant>
        <vt:lpstr>Tema</vt:lpstr>
      </vt:variant>
      <vt:variant>
        <vt:i4>1</vt:i4>
      </vt:variant>
      <vt:variant>
        <vt:lpstr>Titoli diapositive</vt:lpstr>
      </vt:variant>
      <vt:variant>
        <vt:i4>63</vt:i4>
      </vt:variant>
    </vt:vector>
  </HeadingPairs>
  <TitlesOfParts>
    <vt:vector size="69" baseType="lpstr">
      <vt:lpstr>Arial</vt:lpstr>
      <vt:lpstr>Calibri</vt:lpstr>
      <vt:lpstr>Cambria Math</vt:lpstr>
      <vt:lpstr>Consolas</vt:lpstr>
      <vt:lpstr>Wingdings</vt:lpstr>
      <vt:lpstr>la sapienza</vt:lpstr>
      <vt:lpstr>Integrating Zero-Knowledge in SCAPI 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Integrating Zero-Knowledge in SCAPI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Integrating Zero-Knowledge in SCAPI</dc:title>
  <dc:creator>Ilaria  Scarselli</dc:creator>
  <cp:lastModifiedBy>Ilaria  Scarselli</cp:lastModifiedBy>
  <cp:revision>15</cp:revision>
  <dcterms:created xsi:type="dcterms:W3CDTF">2023-12-03T20:35:34Z</dcterms:created>
  <dcterms:modified xsi:type="dcterms:W3CDTF">2023-12-11T02:32:38Z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0x010100B999E04837717245A32832207D4E88DA</vt:lpwstr>
  </property>
</Properties>
</file>